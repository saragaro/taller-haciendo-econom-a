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 dirty="0">
                <a:solidFill>
                  <a:srgbClr val="10243A"/>
                </a:solidFill>
                <a:latin typeface="Calibri"/>
              </a:rPr>
              <a:t>Financiero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por volumen</c:v>
                </c:pt>
              </c:strCache>
            </c:strRef>
          </c:tx>
          <c:spPr>
            <a:solidFill>
              <a:srgbClr val="2B6CA3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RY</c:v>
                </c:pt>
                <c:pt idx="1">
                  <c:v>TD</c:v>
                </c:pt>
                <c:pt idx="2">
                  <c:v>BMO</c:v>
                </c:pt>
                <c:pt idx="3">
                  <c:v>BNS</c:v>
                </c:pt>
                <c:pt idx="4">
                  <c:v>CM</c:v>
                </c:pt>
                <c:pt idx="5">
                  <c:v>NA</c:v>
                </c:pt>
                <c:pt idx="6">
                  <c:v>BN</c:v>
                </c:pt>
                <c:pt idx="7">
                  <c:v>MFC</c:v>
                </c:pt>
                <c:pt idx="8">
                  <c:v>SLF</c:v>
                </c:pt>
                <c:pt idx="9">
                  <c:v>GWO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0.12595711559215586</c:v>
                </c:pt>
                <c:pt idx="1">
                  <c:v>0.17354302728032264</c:v>
                </c:pt>
                <c:pt idx="2">
                  <c:v>7.0082994400820081E-2</c:v>
                </c:pt>
                <c:pt idx="3">
                  <c:v>0.11717396620898507</c:v>
                </c:pt>
                <c:pt idx="4">
                  <c:v>0.122766714666791</c:v>
                </c:pt>
                <c:pt idx="5">
                  <c:v>6.8607789916168463E-2</c:v>
                </c:pt>
                <c:pt idx="6">
                  <c:v>0.1020591378751599</c:v>
                </c:pt>
                <c:pt idx="7">
                  <c:v>0.14796237923918967</c:v>
                </c:pt>
                <c:pt idx="8">
                  <c:v>4.9918817775441451E-2</c:v>
                </c:pt>
                <c:pt idx="9">
                  <c:v>2.1928057044965865E-2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6-4A2C-9F11-53F47E37BA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Peso por precio</c:v>
                </c:pt>
              </c:strCache>
            </c:strRef>
          </c:tx>
          <c:spPr>
            <a:solidFill>
              <a:srgbClr val="A9B4B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RY</c:v>
                </c:pt>
                <c:pt idx="1">
                  <c:v>TD</c:v>
                </c:pt>
                <c:pt idx="2">
                  <c:v>BMO</c:v>
                </c:pt>
                <c:pt idx="3">
                  <c:v>BNS</c:v>
                </c:pt>
                <c:pt idx="4">
                  <c:v>CM</c:v>
                </c:pt>
                <c:pt idx="5">
                  <c:v>NA</c:v>
                </c:pt>
                <c:pt idx="6">
                  <c:v>BN</c:v>
                </c:pt>
                <c:pt idx="7">
                  <c:v>MFC</c:v>
                </c:pt>
                <c:pt idx="8">
                  <c:v>SLF</c:v>
                </c:pt>
                <c:pt idx="9">
                  <c:v>GWO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0.16284412995895917</c:v>
                </c:pt>
                <c:pt idx="1">
                  <c:v>0.11097015280300214</c:v>
                </c:pt>
                <c:pt idx="2">
                  <c:v>0.16563825705645704</c:v>
                </c:pt>
                <c:pt idx="3">
                  <c:v>0.13422854814491711</c:v>
                </c:pt>
                <c:pt idx="4">
                  <c:v>9.9600361349227381E-2</c:v>
                </c:pt>
                <c:pt idx="5">
                  <c:v>9.8456164365127191E-2</c:v>
                </c:pt>
                <c:pt idx="6">
                  <c:v>3.0883077959255989E-2</c:v>
                </c:pt>
                <c:pt idx="7">
                  <c:v>4.4464793044266669E-2</c:v>
                </c:pt>
                <c:pt idx="8">
                  <c:v>8.3913914804293957E-2</c:v>
                </c:pt>
                <c:pt idx="9">
                  <c:v>6.9000600514493388E-2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6-4A2C-9F11-53F47E37B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 dirty="0">
                <a:solidFill>
                  <a:srgbClr val="10243A"/>
                </a:solidFill>
                <a:latin typeface="Calibri"/>
              </a:rPr>
              <a:t>Materiales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por volumen</c:v>
                </c:pt>
              </c:strCache>
            </c:strRef>
          </c:tx>
          <c:spPr>
            <a:solidFill>
              <a:srgbClr val="C9822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ABX</c:v>
                </c:pt>
                <c:pt idx="1">
                  <c:v>AEM</c:v>
                </c:pt>
                <c:pt idx="2">
                  <c:v>LUG</c:v>
                </c:pt>
                <c:pt idx="3">
                  <c:v>WPM</c:v>
                </c:pt>
                <c:pt idx="4">
                  <c:v>FNV</c:v>
                </c:pt>
                <c:pt idx="5">
                  <c:v>TECK B</c:v>
                </c:pt>
                <c:pt idx="6">
                  <c:v>K</c:v>
                </c:pt>
                <c:pt idx="7">
                  <c:v>FM</c:v>
                </c:pt>
                <c:pt idx="8">
                  <c:v>LUN</c:v>
                </c:pt>
                <c:pt idx="9">
                  <c:v>PAAS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0.17413296635760633</c:v>
                </c:pt>
                <c:pt idx="1">
                  <c:v>5.7468039033026878E-2</c:v>
                </c:pt>
                <c:pt idx="2">
                  <c:v>1.6649027144041962E-3</c:v>
                </c:pt>
                <c:pt idx="3">
                  <c:v>6.565779590150464E-2</c:v>
                </c:pt>
                <c:pt idx="4">
                  <c:v>2.7143808361221412E-2</c:v>
                </c:pt>
                <c:pt idx="5">
                  <c:v>0.12174803371478737</c:v>
                </c:pt>
                <c:pt idx="6">
                  <c:v>0.15957079520960596</c:v>
                </c:pt>
                <c:pt idx="7">
                  <c:v>0.14603510960030916</c:v>
                </c:pt>
                <c:pt idx="8">
                  <c:v>0.22542240167046146</c:v>
                </c:pt>
                <c:pt idx="9">
                  <c:v>2.1156147437072576E-2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05-439A-94FB-3F9601BADC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Peso por precio</c:v>
                </c:pt>
              </c:strCache>
            </c:strRef>
          </c:tx>
          <c:spPr>
            <a:solidFill>
              <a:srgbClr val="A9B4B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ABX</c:v>
                </c:pt>
                <c:pt idx="1">
                  <c:v>AEM</c:v>
                </c:pt>
                <c:pt idx="2">
                  <c:v>LUG</c:v>
                </c:pt>
                <c:pt idx="3">
                  <c:v>WPM</c:v>
                </c:pt>
                <c:pt idx="4">
                  <c:v>FNV</c:v>
                </c:pt>
                <c:pt idx="5">
                  <c:v>TECK B</c:v>
                </c:pt>
                <c:pt idx="6">
                  <c:v>K</c:v>
                </c:pt>
                <c:pt idx="7">
                  <c:v>FM</c:v>
                </c:pt>
                <c:pt idx="8">
                  <c:v>LUN</c:v>
                </c:pt>
                <c:pt idx="9">
                  <c:v>PAAS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7.1397502744096189E-2</c:v>
                </c:pt>
                <c:pt idx="1">
                  <c:v>0.18785201429930784</c:v>
                </c:pt>
                <c:pt idx="2">
                  <c:v>1.9089863939243112E-2</c:v>
                </c:pt>
                <c:pt idx="3">
                  <c:v>0.13682771867932603</c:v>
                </c:pt>
                <c:pt idx="4">
                  <c:v>0.32684758095891037</c:v>
                </c:pt>
                <c:pt idx="5">
                  <c:v>7.724612840035798E-2</c:v>
                </c:pt>
                <c:pt idx="6">
                  <c:v>2.0316158493054477E-2</c:v>
                </c:pt>
                <c:pt idx="7">
                  <c:v>7.0703791390407708E-2</c:v>
                </c:pt>
                <c:pt idx="8">
                  <c:v>2.4357483517338362E-2</c:v>
                </c:pt>
                <c:pt idx="9">
                  <c:v>6.5361757577957938E-2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05-439A-94FB-3F9601BAD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 dirty="0">
                <a:solidFill>
                  <a:srgbClr val="10243A"/>
                </a:solidFill>
                <a:latin typeface="Calibri"/>
              </a:rPr>
              <a:t>Energía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por volumen</c:v>
                </c:pt>
              </c:strCache>
            </c:strRef>
          </c:tx>
          <c:spPr>
            <a:solidFill>
              <a:srgbClr val="3E8E6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SU</c:v>
                </c:pt>
                <c:pt idx="1">
                  <c:v>CNQ</c:v>
                </c:pt>
                <c:pt idx="2">
                  <c:v>ENB</c:v>
                </c:pt>
                <c:pt idx="3">
                  <c:v>TRP</c:v>
                </c:pt>
                <c:pt idx="4">
                  <c:v>CVE</c:v>
                </c:pt>
                <c:pt idx="5">
                  <c:v>IMO</c:v>
                </c:pt>
                <c:pt idx="6">
                  <c:v>PPL</c:v>
                </c:pt>
                <c:pt idx="7">
                  <c:v>TOU</c:v>
                </c:pt>
                <c:pt idx="8">
                  <c:v>WCP</c:v>
                </c:pt>
                <c:pt idx="9">
                  <c:v>ARX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0.16213009646943918</c:v>
                </c:pt>
                <c:pt idx="1">
                  <c:v>0.33852198291887331</c:v>
                </c:pt>
                <c:pt idx="2">
                  <c:v>6.025717736623043E-2</c:v>
                </c:pt>
                <c:pt idx="3">
                  <c:v>6.5005137974457658E-2</c:v>
                </c:pt>
                <c:pt idx="4">
                  <c:v>0.10298139073004364</c:v>
                </c:pt>
                <c:pt idx="5">
                  <c:v>3.2108699564179159E-2</c:v>
                </c:pt>
                <c:pt idx="6">
                  <c:v>4.3900448144321334E-2</c:v>
                </c:pt>
                <c:pt idx="7">
                  <c:v>2.3522562887456636E-2</c:v>
                </c:pt>
                <c:pt idx="8">
                  <c:v>0.11583917415493358</c:v>
                </c:pt>
                <c:pt idx="9">
                  <c:v>5.5733329790065032E-2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04-4B51-9155-C70BD04858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Peso por precio</c:v>
                </c:pt>
              </c:strCache>
            </c:strRef>
          </c:tx>
          <c:spPr>
            <a:solidFill>
              <a:srgbClr val="A9B4B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SU</c:v>
                </c:pt>
                <c:pt idx="1">
                  <c:v>CNQ</c:v>
                </c:pt>
                <c:pt idx="2">
                  <c:v>ENB</c:v>
                </c:pt>
                <c:pt idx="3">
                  <c:v>TRP</c:v>
                </c:pt>
                <c:pt idx="4">
                  <c:v>CVE</c:v>
                </c:pt>
                <c:pt idx="5">
                  <c:v>IMO</c:v>
                </c:pt>
                <c:pt idx="6">
                  <c:v>PPL</c:v>
                </c:pt>
                <c:pt idx="7">
                  <c:v>TOU</c:v>
                </c:pt>
                <c:pt idx="8">
                  <c:v>WCP</c:v>
                </c:pt>
                <c:pt idx="9">
                  <c:v>ARX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0.10540449092954661</c:v>
                </c:pt>
                <c:pt idx="1">
                  <c:v>4.9751453755413601E-2</c:v>
                </c:pt>
                <c:pt idx="2">
                  <c:v>0.17000698631550962</c:v>
                </c:pt>
                <c:pt idx="3">
                  <c:v>0.14562068013156432</c:v>
                </c:pt>
                <c:pt idx="4">
                  <c:v>6.9158412678296172E-2</c:v>
                </c:pt>
                <c:pt idx="5">
                  <c:v>0.1377256653638563</c:v>
                </c:pt>
                <c:pt idx="6">
                  <c:v>0.11573584208349758</c:v>
                </c:pt>
                <c:pt idx="7">
                  <c:v>0.10821947525450767</c:v>
                </c:pt>
                <c:pt idx="8">
                  <c:v>3.2151132908309232E-2</c:v>
                </c:pt>
                <c:pt idx="9">
                  <c:v>6.6225860579498863E-2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04-4B51-9155-C70BD0485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MX" sz="1300" b="0" i="0" u="none" strike="noStrike" dirty="0">
                <a:solidFill>
                  <a:srgbClr val="10243A"/>
                </a:solidFill>
                <a:latin typeface="Calibri"/>
              </a:rPr>
              <a:t>Evolución de los tres índices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Financiero</c:v>
                </c:pt>
              </c:strCache>
            </c:strRef>
          </c:tx>
          <c:spPr>
            <a:ln w="25400" cap="flat">
              <a:solidFill>
                <a:srgbClr val="2B6CA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Sheet1!$A$2:$A$575</c:f>
              <c:strCache>
                <c:ptCount val="574"/>
                <c:pt idx="0">
                  <c:v>2015-01</c:v>
                </c:pt>
                <c:pt idx="1">
                  <c:v>2015-01</c:v>
                </c:pt>
                <c:pt idx="2">
                  <c:v>2015-01</c:v>
                </c:pt>
                <c:pt idx="3">
                  <c:v>2015-01</c:v>
                </c:pt>
                <c:pt idx="4">
                  <c:v>2015-01</c:v>
                </c:pt>
                <c:pt idx="5">
                  <c:v>2015-02</c:v>
                </c:pt>
                <c:pt idx="6">
                  <c:v>2015-02</c:v>
                </c:pt>
                <c:pt idx="7">
                  <c:v>2015-02</c:v>
                </c:pt>
                <c:pt idx="8">
                  <c:v>2015-02</c:v>
                </c:pt>
                <c:pt idx="9">
                  <c:v>2015-03</c:v>
                </c:pt>
                <c:pt idx="10">
                  <c:v>2015-03</c:v>
                </c:pt>
                <c:pt idx="11">
                  <c:v>2015-03</c:v>
                </c:pt>
                <c:pt idx="12">
                  <c:v>2015-03</c:v>
                </c:pt>
                <c:pt idx="13">
                  <c:v>2015-04</c:v>
                </c:pt>
                <c:pt idx="14">
                  <c:v>2015-04</c:v>
                </c:pt>
                <c:pt idx="15">
                  <c:v>2015-04</c:v>
                </c:pt>
                <c:pt idx="16">
                  <c:v>2015-04</c:v>
                </c:pt>
                <c:pt idx="17">
                  <c:v>2015-04</c:v>
                </c:pt>
                <c:pt idx="18">
                  <c:v>2015-05</c:v>
                </c:pt>
                <c:pt idx="19">
                  <c:v>2015-05</c:v>
                </c:pt>
                <c:pt idx="20">
                  <c:v>2015-05</c:v>
                </c:pt>
                <c:pt idx="21">
                  <c:v>2015-05</c:v>
                </c:pt>
                <c:pt idx="22">
                  <c:v>2015-06</c:v>
                </c:pt>
                <c:pt idx="23">
                  <c:v>2015-06</c:v>
                </c:pt>
                <c:pt idx="24">
                  <c:v>2015-06</c:v>
                </c:pt>
                <c:pt idx="25">
                  <c:v>2015-06</c:v>
                </c:pt>
                <c:pt idx="26">
                  <c:v>2015-07</c:v>
                </c:pt>
                <c:pt idx="27">
                  <c:v>2015-07</c:v>
                </c:pt>
                <c:pt idx="28">
                  <c:v>2015-07</c:v>
                </c:pt>
                <c:pt idx="29">
                  <c:v>2015-07</c:v>
                </c:pt>
                <c:pt idx="30">
                  <c:v>2015-07</c:v>
                </c:pt>
                <c:pt idx="31">
                  <c:v>2015-08</c:v>
                </c:pt>
                <c:pt idx="32">
                  <c:v>2015-08</c:v>
                </c:pt>
                <c:pt idx="33">
                  <c:v>2015-08</c:v>
                </c:pt>
                <c:pt idx="34">
                  <c:v>2015-08</c:v>
                </c:pt>
                <c:pt idx="35">
                  <c:v>2015-09</c:v>
                </c:pt>
                <c:pt idx="36">
                  <c:v>2015-09</c:v>
                </c:pt>
                <c:pt idx="37">
                  <c:v>2015-09</c:v>
                </c:pt>
                <c:pt idx="38">
                  <c:v>2015-09</c:v>
                </c:pt>
                <c:pt idx="39">
                  <c:v>2015-10</c:v>
                </c:pt>
                <c:pt idx="40">
                  <c:v>2015-10</c:v>
                </c:pt>
                <c:pt idx="41">
                  <c:v>2015-10</c:v>
                </c:pt>
                <c:pt idx="42">
                  <c:v>2015-10</c:v>
                </c:pt>
                <c:pt idx="43">
                  <c:v>2015-10</c:v>
                </c:pt>
                <c:pt idx="44">
                  <c:v>2015-11</c:v>
                </c:pt>
                <c:pt idx="45">
                  <c:v>2015-11</c:v>
                </c:pt>
                <c:pt idx="46">
                  <c:v>2015-11</c:v>
                </c:pt>
                <c:pt idx="47">
                  <c:v>2015-11</c:v>
                </c:pt>
                <c:pt idx="48">
                  <c:v>2015-12</c:v>
                </c:pt>
                <c:pt idx="49">
                  <c:v>2015-12</c:v>
                </c:pt>
                <c:pt idx="50">
                  <c:v>2015-12</c:v>
                </c:pt>
                <c:pt idx="51">
                  <c:v>2015-12</c:v>
                </c:pt>
                <c:pt idx="52">
                  <c:v>2015-12</c:v>
                </c:pt>
                <c:pt idx="53">
                  <c:v>2016-01</c:v>
                </c:pt>
                <c:pt idx="54">
                  <c:v>2016-01</c:v>
                </c:pt>
                <c:pt idx="55">
                  <c:v>2016-01</c:v>
                </c:pt>
                <c:pt idx="56">
                  <c:v>2016-01</c:v>
                </c:pt>
                <c:pt idx="57">
                  <c:v>2016-02</c:v>
                </c:pt>
                <c:pt idx="58">
                  <c:v>2016-02</c:v>
                </c:pt>
                <c:pt idx="59">
                  <c:v>2016-02</c:v>
                </c:pt>
                <c:pt idx="60">
                  <c:v>2016-02</c:v>
                </c:pt>
                <c:pt idx="61">
                  <c:v>2016-03</c:v>
                </c:pt>
                <c:pt idx="62">
                  <c:v>2016-03</c:v>
                </c:pt>
                <c:pt idx="63">
                  <c:v>2016-03</c:v>
                </c:pt>
                <c:pt idx="64">
                  <c:v>2016-03</c:v>
                </c:pt>
                <c:pt idx="65">
                  <c:v>2016-03</c:v>
                </c:pt>
                <c:pt idx="66">
                  <c:v>2016-04</c:v>
                </c:pt>
                <c:pt idx="67">
                  <c:v>2016-04</c:v>
                </c:pt>
                <c:pt idx="68">
                  <c:v>2016-04</c:v>
                </c:pt>
                <c:pt idx="69">
                  <c:v>2016-04</c:v>
                </c:pt>
                <c:pt idx="70">
                  <c:v>2016-05</c:v>
                </c:pt>
                <c:pt idx="71">
                  <c:v>2016-05</c:v>
                </c:pt>
                <c:pt idx="72">
                  <c:v>2016-05</c:v>
                </c:pt>
                <c:pt idx="73">
                  <c:v>2016-05</c:v>
                </c:pt>
                <c:pt idx="74">
                  <c:v>2016-06</c:v>
                </c:pt>
                <c:pt idx="75">
                  <c:v>2016-06</c:v>
                </c:pt>
                <c:pt idx="76">
                  <c:v>2016-06</c:v>
                </c:pt>
                <c:pt idx="77">
                  <c:v>2016-06</c:v>
                </c:pt>
                <c:pt idx="78">
                  <c:v>2016-06</c:v>
                </c:pt>
                <c:pt idx="79">
                  <c:v>2016-07</c:v>
                </c:pt>
                <c:pt idx="80">
                  <c:v>2016-07</c:v>
                </c:pt>
                <c:pt idx="81">
                  <c:v>2016-07</c:v>
                </c:pt>
                <c:pt idx="82">
                  <c:v>2016-07</c:v>
                </c:pt>
                <c:pt idx="83">
                  <c:v>2016-08</c:v>
                </c:pt>
                <c:pt idx="84">
                  <c:v>2016-08</c:v>
                </c:pt>
                <c:pt idx="85">
                  <c:v>2016-08</c:v>
                </c:pt>
                <c:pt idx="86">
                  <c:v>2016-08</c:v>
                </c:pt>
                <c:pt idx="87">
                  <c:v>2016-09</c:v>
                </c:pt>
                <c:pt idx="88">
                  <c:v>2016-09</c:v>
                </c:pt>
                <c:pt idx="89">
                  <c:v>2016-09</c:v>
                </c:pt>
                <c:pt idx="90">
                  <c:v>2016-09</c:v>
                </c:pt>
                <c:pt idx="91">
                  <c:v>2016-09</c:v>
                </c:pt>
                <c:pt idx="92">
                  <c:v>2016-10</c:v>
                </c:pt>
                <c:pt idx="93">
                  <c:v>2016-10</c:v>
                </c:pt>
                <c:pt idx="94">
                  <c:v>2016-10</c:v>
                </c:pt>
                <c:pt idx="95">
                  <c:v>2016-10</c:v>
                </c:pt>
                <c:pt idx="96">
                  <c:v>2016-11</c:v>
                </c:pt>
                <c:pt idx="97">
                  <c:v>2016-11</c:v>
                </c:pt>
                <c:pt idx="98">
                  <c:v>2016-11</c:v>
                </c:pt>
                <c:pt idx="99">
                  <c:v>2016-11</c:v>
                </c:pt>
                <c:pt idx="100">
                  <c:v>2016-12</c:v>
                </c:pt>
                <c:pt idx="101">
                  <c:v>2016-12</c:v>
                </c:pt>
                <c:pt idx="102">
                  <c:v>2016-12</c:v>
                </c:pt>
                <c:pt idx="103">
                  <c:v>2016-12</c:v>
                </c:pt>
                <c:pt idx="104">
                  <c:v>2016-12</c:v>
                </c:pt>
                <c:pt idx="105">
                  <c:v>2017-01</c:v>
                </c:pt>
                <c:pt idx="106">
                  <c:v>2017-01</c:v>
                </c:pt>
                <c:pt idx="107">
                  <c:v>2017-01</c:v>
                </c:pt>
                <c:pt idx="108">
                  <c:v>2017-01</c:v>
                </c:pt>
                <c:pt idx="109">
                  <c:v>2017-02</c:v>
                </c:pt>
                <c:pt idx="110">
                  <c:v>2017-02</c:v>
                </c:pt>
                <c:pt idx="111">
                  <c:v>2017-02</c:v>
                </c:pt>
                <c:pt idx="112">
                  <c:v>2017-02</c:v>
                </c:pt>
                <c:pt idx="113">
                  <c:v>2017-03</c:v>
                </c:pt>
                <c:pt idx="114">
                  <c:v>2017-03</c:v>
                </c:pt>
                <c:pt idx="115">
                  <c:v>2017-03</c:v>
                </c:pt>
                <c:pt idx="116">
                  <c:v>2017-03</c:v>
                </c:pt>
                <c:pt idx="117">
                  <c:v>2017-03</c:v>
                </c:pt>
                <c:pt idx="118">
                  <c:v>2017-04</c:v>
                </c:pt>
                <c:pt idx="119">
                  <c:v>2017-04</c:v>
                </c:pt>
                <c:pt idx="120">
                  <c:v>2017-04</c:v>
                </c:pt>
                <c:pt idx="121">
                  <c:v>2017-04</c:v>
                </c:pt>
                <c:pt idx="122">
                  <c:v>2017-05</c:v>
                </c:pt>
                <c:pt idx="123">
                  <c:v>2017-05</c:v>
                </c:pt>
                <c:pt idx="124">
                  <c:v>2017-05</c:v>
                </c:pt>
                <c:pt idx="125">
                  <c:v>2017-05</c:v>
                </c:pt>
                <c:pt idx="126">
                  <c:v>2017-06</c:v>
                </c:pt>
                <c:pt idx="127">
                  <c:v>2017-06</c:v>
                </c:pt>
                <c:pt idx="128">
                  <c:v>2017-06</c:v>
                </c:pt>
                <c:pt idx="129">
                  <c:v>2017-06</c:v>
                </c:pt>
                <c:pt idx="130">
                  <c:v>2017-06</c:v>
                </c:pt>
                <c:pt idx="131">
                  <c:v>2017-07</c:v>
                </c:pt>
                <c:pt idx="132">
                  <c:v>2017-07</c:v>
                </c:pt>
                <c:pt idx="133">
                  <c:v>2017-07</c:v>
                </c:pt>
                <c:pt idx="134">
                  <c:v>2017-07</c:v>
                </c:pt>
                <c:pt idx="135">
                  <c:v>2017-08</c:v>
                </c:pt>
                <c:pt idx="136">
                  <c:v>2017-08</c:v>
                </c:pt>
                <c:pt idx="137">
                  <c:v>2017-08</c:v>
                </c:pt>
                <c:pt idx="138">
                  <c:v>2017-08</c:v>
                </c:pt>
                <c:pt idx="139">
                  <c:v>2017-08</c:v>
                </c:pt>
                <c:pt idx="140">
                  <c:v>2017-09</c:v>
                </c:pt>
                <c:pt idx="141">
                  <c:v>2017-09</c:v>
                </c:pt>
                <c:pt idx="142">
                  <c:v>2017-09</c:v>
                </c:pt>
                <c:pt idx="143">
                  <c:v>2017-09</c:v>
                </c:pt>
                <c:pt idx="144">
                  <c:v>2017-10</c:v>
                </c:pt>
                <c:pt idx="145">
                  <c:v>2017-10</c:v>
                </c:pt>
                <c:pt idx="146">
                  <c:v>2017-10</c:v>
                </c:pt>
                <c:pt idx="147">
                  <c:v>2017-10</c:v>
                </c:pt>
                <c:pt idx="148">
                  <c:v>2017-11</c:v>
                </c:pt>
                <c:pt idx="149">
                  <c:v>2017-11</c:v>
                </c:pt>
                <c:pt idx="150">
                  <c:v>2017-11</c:v>
                </c:pt>
                <c:pt idx="151">
                  <c:v>2017-11</c:v>
                </c:pt>
                <c:pt idx="152">
                  <c:v>2017-11</c:v>
                </c:pt>
                <c:pt idx="153">
                  <c:v>2017-12</c:v>
                </c:pt>
                <c:pt idx="154">
                  <c:v>2017-12</c:v>
                </c:pt>
                <c:pt idx="155">
                  <c:v>2017-12</c:v>
                </c:pt>
                <c:pt idx="156">
                  <c:v>2017-12</c:v>
                </c:pt>
                <c:pt idx="157">
                  <c:v>2018-01</c:v>
                </c:pt>
                <c:pt idx="158">
                  <c:v>2018-01</c:v>
                </c:pt>
                <c:pt idx="159">
                  <c:v>2018-01</c:v>
                </c:pt>
                <c:pt idx="160">
                  <c:v>2018-01</c:v>
                </c:pt>
                <c:pt idx="161">
                  <c:v>2018-02</c:v>
                </c:pt>
                <c:pt idx="162">
                  <c:v>2018-02</c:v>
                </c:pt>
                <c:pt idx="163">
                  <c:v>2018-02</c:v>
                </c:pt>
                <c:pt idx="164">
                  <c:v>2018-02</c:v>
                </c:pt>
                <c:pt idx="165">
                  <c:v>2018-03</c:v>
                </c:pt>
                <c:pt idx="166">
                  <c:v>2018-03</c:v>
                </c:pt>
                <c:pt idx="167">
                  <c:v>2018-03</c:v>
                </c:pt>
                <c:pt idx="168">
                  <c:v>2018-03</c:v>
                </c:pt>
                <c:pt idx="169">
                  <c:v>2018-03</c:v>
                </c:pt>
                <c:pt idx="170">
                  <c:v>2018-04</c:v>
                </c:pt>
                <c:pt idx="171">
                  <c:v>2018-04</c:v>
                </c:pt>
                <c:pt idx="172">
                  <c:v>2018-04</c:v>
                </c:pt>
                <c:pt idx="173">
                  <c:v>2018-04</c:v>
                </c:pt>
                <c:pt idx="174">
                  <c:v>2018-05</c:v>
                </c:pt>
                <c:pt idx="175">
                  <c:v>2018-05</c:v>
                </c:pt>
                <c:pt idx="176">
                  <c:v>2018-05</c:v>
                </c:pt>
                <c:pt idx="177">
                  <c:v>2018-05</c:v>
                </c:pt>
                <c:pt idx="178">
                  <c:v>2018-05</c:v>
                </c:pt>
                <c:pt idx="179">
                  <c:v>2018-06</c:v>
                </c:pt>
                <c:pt idx="180">
                  <c:v>2018-06</c:v>
                </c:pt>
                <c:pt idx="181">
                  <c:v>2018-06</c:v>
                </c:pt>
                <c:pt idx="182">
                  <c:v>2018-06</c:v>
                </c:pt>
                <c:pt idx="183">
                  <c:v>2018-07</c:v>
                </c:pt>
                <c:pt idx="184">
                  <c:v>2018-07</c:v>
                </c:pt>
                <c:pt idx="185">
                  <c:v>2018-07</c:v>
                </c:pt>
                <c:pt idx="186">
                  <c:v>2018-07</c:v>
                </c:pt>
                <c:pt idx="187">
                  <c:v>2018-08</c:v>
                </c:pt>
                <c:pt idx="188">
                  <c:v>2018-08</c:v>
                </c:pt>
                <c:pt idx="189">
                  <c:v>2018-08</c:v>
                </c:pt>
                <c:pt idx="190">
                  <c:v>2018-08</c:v>
                </c:pt>
                <c:pt idx="191">
                  <c:v>2018-08</c:v>
                </c:pt>
                <c:pt idx="192">
                  <c:v>2018-09</c:v>
                </c:pt>
                <c:pt idx="193">
                  <c:v>2018-09</c:v>
                </c:pt>
                <c:pt idx="194">
                  <c:v>2018-09</c:v>
                </c:pt>
                <c:pt idx="195">
                  <c:v>2018-09</c:v>
                </c:pt>
                <c:pt idx="196">
                  <c:v>2018-10</c:v>
                </c:pt>
                <c:pt idx="197">
                  <c:v>2018-10</c:v>
                </c:pt>
                <c:pt idx="198">
                  <c:v>2018-10</c:v>
                </c:pt>
                <c:pt idx="199">
                  <c:v>2018-10</c:v>
                </c:pt>
                <c:pt idx="200">
                  <c:v>2018-11</c:v>
                </c:pt>
                <c:pt idx="201">
                  <c:v>2018-11</c:v>
                </c:pt>
                <c:pt idx="202">
                  <c:v>2018-11</c:v>
                </c:pt>
                <c:pt idx="203">
                  <c:v>2018-11</c:v>
                </c:pt>
                <c:pt idx="204">
                  <c:v>2018-11</c:v>
                </c:pt>
                <c:pt idx="205">
                  <c:v>2018-12</c:v>
                </c:pt>
                <c:pt idx="206">
                  <c:v>2018-12</c:v>
                </c:pt>
                <c:pt idx="207">
                  <c:v>2018-12</c:v>
                </c:pt>
                <c:pt idx="208">
                  <c:v>2018-12</c:v>
                </c:pt>
                <c:pt idx="209">
                  <c:v>2019-01</c:v>
                </c:pt>
                <c:pt idx="210">
                  <c:v>2019-01</c:v>
                </c:pt>
                <c:pt idx="211">
                  <c:v>2019-01</c:v>
                </c:pt>
                <c:pt idx="212">
                  <c:v>2019-01</c:v>
                </c:pt>
                <c:pt idx="213">
                  <c:v>2019-01</c:v>
                </c:pt>
                <c:pt idx="214">
                  <c:v>2019-02</c:v>
                </c:pt>
                <c:pt idx="215">
                  <c:v>2019-02</c:v>
                </c:pt>
                <c:pt idx="216">
                  <c:v>2019-02</c:v>
                </c:pt>
                <c:pt idx="217">
                  <c:v>2019-02</c:v>
                </c:pt>
                <c:pt idx="218">
                  <c:v>2019-03</c:v>
                </c:pt>
                <c:pt idx="219">
                  <c:v>2019-03</c:v>
                </c:pt>
                <c:pt idx="220">
                  <c:v>2019-03</c:v>
                </c:pt>
                <c:pt idx="221">
                  <c:v>2019-03</c:v>
                </c:pt>
                <c:pt idx="222">
                  <c:v>2019-04</c:v>
                </c:pt>
                <c:pt idx="223">
                  <c:v>2019-04</c:v>
                </c:pt>
                <c:pt idx="224">
                  <c:v>2019-04</c:v>
                </c:pt>
                <c:pt idx="225">
                  <c:v>2019-04</c:v>
                </c:pt>
                <c:pt idx="226">
                  <c:v>2019-05</c:v>
                </c:pt>
                <c:pt idx="227">
                  <c:v>2019-05</c:v>
                </c:pt>
                <c:pt idx="228">
                  <c:v>2019-05</c:v>
                </c:pt>
                <c:pt idx="229">
                  <c:v>2019-05</c:v>
                </c:pt>
                <c:pt idx="230">
                  <c:v>2019-05</c:v>
                </c:pt>
                <c:pt idx="231">
                  <c:v>2019-06</c:v>
                </c:pt>
                <c:pt idx="232">
                  <c:v>2019-06</c:v>
                </c:pt>
                <c:pt idx="233">
                  <c:v>2019-06</c:v>
                </c:pt>
                <c:pt idx="234">
                  <c:v>2019-06</c:v>
                </c:pt>
                <c:pt idx="235">
                  <c:v>2019-07</c:v>
                </c:pt>
                <c:pt idx="236">
                  <c:v>2019-07</c:v>
                </c:pt>
                <c:pt idx="237">
                  <c:v>2019-07</c:v>
                </c:pt>
                <c:pt idx="238">
                  <c:v>2019-07</c:v>
                </c:pt>
                <c:pt idx="239">
                  <c:v>2019-08</c:v>
                </c:pt>
                <c:pt idx="240">
                  <c:v>2019-08</c:v>
                </c:pt>
                <c:pt idx="241">
                  <c:v>2019-08</c:v>
                </c:pt>
                <c:pt idx="242">
                  <c:v>2019-08</c:v>
                </c:pt>
                <c:pt idx="243">
                  <c:v>2019-08</c:v>
                </c:pt>
                <c:pt idx="244">
                  <c:v>2019-09</c:v>
                </c:pt>
                <c:pt idx="245">
                  <c:v>2019-09</c:v>
                </c:pt>
                <c:pt idx="246">
                  <c:v>2019-09</c:v>
                </c:pt>
                <c:pt idx="247">
                  <c:v>2019-09</c:v>
                </c:pt>
                <c:pt idx="248">
                  <c:v>2019-10</c:v>
                </c:pt>
                <c:pt idx="249">
                  <c:v>2019-10</c:v>
                </c:pt>
                <c:pt idx="250">
                  <c:v>2019-10</c:v>
                </c:pt>
                <c:pt idx="251">
                  <c:v>2019-10</c:v>
                </c:pt>
                <c:pt idx="252">
                  <c:v>2019-10</c:v>
                </c:pt>
                <c:pt idx="253">
                  <c:v>2019-11</c:v>
                </c:pt>
                <c:pt idx="254">
                  <c:v>2019-11</c:v>
                </c:pt>
                <c:pt idx="255">
                  <c:v>2019-11</c:v>
                </c:pt>
                <c:pt idx="256">
                  <c:v>2019-11</c:v>
                </c:pt>
                <c:pt idx="257">
                  <c:v>2019-12</c:v>
                </c:pt>
                <c:pt idx="258">
                  <c:v>2019-12</c:v>
                </c:pt>
                <c:pt idx="259">
                  <c:v>2019-12</c:v>
                </c:pt>
                <c:pt idx="260">
                  <c:v>2019-12</c:v>
                </c:pt>
                <c:pt idx="261">
                  <c:v>2020-01</c:v>
                </c:pt>
                <c:pt idx="262">
                  <c:v>2020-01</c:v>
                </c:pt>
                <c:pt idx="263">
                  <c:v>2020-01</c:v>
                </c:pt>
                <c:pt idx="264">
                  <c:v>2020-01</c:v>
                </c:pt>
                <c:pt idx="265">
                  <c:v>2020-01</c:v>
                </c:pt>
                <c:pt idx="266">
                  <c:v>2020-02</c:v>
                </c:pt>
                <c:pt idx="267">
                  <c:v>2020-02</c:v>
                </c:pt>
                <c:pt idx="268">
                  <c:v>2020-02</c:v>
                </c:pt>
                <c:pt idx="269">
                  <c:v>2020-02</c:v>
                </c:pt>
                <c:pt idx="270">
                  <c:v>2020-03</c:v>
                </c:pt>
                <c:pt idx="271">
                  <c:v>2020-03</c:v>
                </c:pt>
                <c:pt idx="272">
                  <c:v>2020-03</c:v>
                </c:pt>
                <c:pt idx="273">
                  <c:v>2020-03</c:v>
                </c:pt>
                <c:pt idx="274">
                  <c:v>2020-04</c:v>
                </c:pt>
                <c:pt idx="275">
                  <c:v>2020-04</c:v>
                </c:pt>
                <c:pt idx="276">
                  <c:v>2020-04</c:v>
                </c:pt>
                <c:pt idx="277">
                  <c:v>2020-04</c:v>
                </c:pt>
                <c:pt idx="278">
                  <c:v>2020-04</c:v>
                </c:pt>
                <c:pt idx="279">
                  <c:v>2020-05</c:v>
                </c:pt>
                <c:pt idx="280">
                  <c:v>2020-05</c:v>
                </c:pt>
                <c:pt idx="281">
                  <c:v>2020-05</c:v>
                </c:pt>
                <c:pt idx="282">
                  <c:v>2020-05</c:v>
                </c:pt>
                <c:pt idx="283">
                  <c:v>2020-06</c:v>
                </c:pt>
                <c:pt idx="284">
                  <c:v>2020-06</c:v>
                </c:pt>
                <c:pt idx="285">
                  <c:v>2020-06</c:v>
                </c:pt>
                <c:pt idx="286">
                  <c:v>2020-06</c:v>
                </c:pt>
                <c:pt idx="287">
                  <c:v>2020-07</c:v>
                </c:pt>
                <c:pt idx="288">
                  <c:v>2020-07</c:v>
                </c:pt>
                <c:pt idx="289">
                  <c:v>2020-07</c:v>
                </c:pt>
                <c:pt idx="290">
                  <c:v>2020-07</c:v>
                </c:pt>
                <c:pt idx="291">
                  <c:v>2020-07</c:v>
                </c:pt>
                <c:pt idx="292">
                  <c:v>2020-08</c:v>
                </c:pt>
                <c:pt idx="293">
                  <c:v>2020-08</c:v>
                </c:pt>
                <c:pt idx="294">
                  <c:v>2020-08</c:v>
                </c:pt>
                <c:pt idx="295">
                  <c:v>2020-08</c:v>
                </c:pt>
                <c:pt idx="296">
                  <c:v>2020-09</c:v>
                </c:pt>
                <c:pt idx="297">
                  <c:v>2020-09</c:v>
                </c:pt>
                <c:pt idx="298">
                  <c:v>2020-09</c:v>
                </c:pt>
                <c:pt idx="299">
                  <c:v>2020-09</c:v>
                </c:pt>
                <c:pt idx="300">
                  <c:v>2020-10</c:v>
                </c:pt>
                <c:pt idx="301">
                  <c:v>2020-10</c:v>
                </c:pt>
                <c:pt idx="302">
                  <c:v>2020-10</c:v>
                </c:pt>
                <c:pt idx="303">
                  <c:v>2020-10</c:v>
                </c:pt>
                <c:pt idx="304">
                  <c:v>2020-10</c:v>
                </c:pt>
                <c:pt idx="305">
                  <c:v>2020-11</c:v>
                </c:pt>
                <c:pt idx="306">
                  <c:v>2020-11</c:v>
                </c:pt>
                <c:pt idx="307">
                  <c:v>2020-11</c:v>
                </c:pt>
                <c:pt idx="308">
                  <c:v>2020-11</c:v>
                </c:pt>
                <c:pt idx="309">
                  <c:v>2020-12</c:v>
                </c:pt>
                <c:pt idx="310">
                  <c:v>2020-12</c:v>
                </c:pt>
                <c:pt idx="311">
                  <c:v>2020-12</c:v>
                </c:pt>
                <c:pt idx="312">
                  <c:v>2020-12</c:v>
                </c:pt>
                <c:pt idx="313">
                  <c:v>2020-12</c:v>
                </c:pt>
                <c:pt idx="314">
                  <c:v>2021-01</c:v>
                </c:pt>
                <c:pt idx="315">
                  <c:v>2021-01</c:v>
                </c:pt>
                <c:pt idx="316">
                  <c:v>2021-01</c:v>
                </c:pt>
                <c:pt idx="317">
                  <c:v>2021-01</c:v>
                </c:pt>
                <c:pt idx="318">
                  <c:v>2021-02</c:v>
                </c:pt>
                <c:pt idx="319">
                  <c:v>2021-02</c:v>
                </c:pt>
                <c:pt idx="320">
                  <c:v>2021-02</c:v>
                </c:pt>
                <c:pt idx="321">
                  <c:v>2021-02</c:v>
                </c:pt>
                <c:pt idx="322">
                  <c:v>2021-03</c:v>
                </c:pt>
                <c:pt idx="323">
                  <c:v>2021-03</c:v>
                </c:pt>
                <c:pt idx="324">
                  <c:v>2021-03</c:v>
                </c:pt>
                <c:pt idx="325">
                  <c:v>2021-03</c:v>
                </c:pt>
                <c:pt idx="326">
                  <c:v>2021-04</c:v>
                </c:pt>
                <c:pt idx="327">
                  <c:v>2021-04</c:v>
                </c:pt>
                <c:pt idx="328">
                  <c:v>2021-04</c:v>
                </c:pt>
                <c:pt idx="329">
                  <c:v>2021-04</c:v>
                </c:pt>
                <c:pt idx="330">
                  <c:v>2021-04</c:v>
                </c:pt>
                <c:pt idx="331">
                  <c:v>2021-05</c:v>
                </c:pt>
                <c:pt idx="332">
                  <c:v>2021-05</c:v>
                </c:pt>
                <c:pt idx="333">
                  <c:v>2021-05</c:v>
                </c:pt>
                <c:pt idx="334">
                  <c:v>2021-05</c:v>
                </c:pt>
                <c:pt idx="335">
                  <c:v>2021-06</c:v>
                </c:pt>
                <c:pt idx="336">
                  <c:v>2021-06</c:v>
                </c:pt>
                <c:pt idx="337">
                  <c:v>2021-06</c:v>
                </c:pt>
                <c:pt idx="338">
                  <c:v>2021-06</c:v>
                </c:pt>
                <c:pt idx="339">
                  <c:v>2021-07</c:v>
                </c:pt>
                <c:pt idx="340">
                  <c:v>2021-07</c:v>
                </c:pt>
                <c:pt idx="341">
                  <c:v>2021-07</c:v>
                </c:pt>
                <c:pt idx="342">
                  <c:v>2021-07</c:v>
                </c:pt>
                <c:pt idx="343">
                  <c:v>2021-07</c:v>
                </c:pt>
                <c:pt idx="344">
                  <c:v>2021-08</c:v>
                </c:pt>
                <c:pt idx="345">
                  <c:v>2021-08</c:v>
                </c:pt>
                <c:pt idx="346">
                  <c:v>2021-08</c:v>
                </c:pt>
                <c:pt idx="347">
                  <c:v>2021-08</c:v>
                </c:pt>
                <c:pt idx="348">
                  <c:v>2021-09</c:v>
                </c:pt>
                <c:pt idx="349">
                  <c:v>2021-09</c:v>
                </c:pt>
                <c:pt idx="350">
                  <c:v>2021-09</c:v>
                </c:pt>
                <c:pt idx="351">
                  <c:v>2021-09</c:v>
                </c:pt>
                <c:pt idx="352">
                  <c:v>2021-09</c:v>
                </c:pt>
                <c:pt idx="353">
                  <c:v>2021-10</c:v>
                </c:pt>
                <c:pt idx="354">
                  <c:v>2021-10</c:v>
                </c:pt>
                <c:pt idx="355">
                  <c:v>2021-10</c:v>
                </c:pt>
                <c:pt idx="356">
                  <c:v>2021-10</c:v>
                </c:pt>
                <c:pt idx="357">
                  <c:v>2021-11</c:v>
                </c:pt>
                <c:pt idx="358">
                  <c:v>2021-11</c:v>
                </c:pt>
                <c:pt idx="359">
                  <c:v>2021-11</c:v>
                </c:pt>
                <c:pt idx="360">
                  <c:v>2021-11</c:v>
                </c:pt>
                <c:pt idx="361">
                  <c:v>2021-12</c:v>
                </c:pt>
                <c:pt idx="362">
                  <c:v>2021-12</c:v>
                </c:pt>
                <c:pt idx="363">
                  <c:v>2021-12</c:v>
                </c:pt>
                <c:pt idx="364">
                  <c:v>2021-12</c:v>
                </c:pt>
                <c:pt idx="365">
                  <c:v>2021-12</c:v>
                </c:pt>
                <c:pt idx="366">
                  <c:v>2022-01</c:v>
                </c:pt>
                <c:pt idx="367">
                  <c:v>2022-01</c:v>
                </c:pt>
                <c:pt idx="368">
                  <c:v>2022-01</c:v>
                </c:pt>
                <c:pt idx="369">
                  <c:v>2022-01</c:v>
                </c:pt>
                <c:pt idx="370">
                  <c:v>2022-02</c:v>
                </c:pt>
                <c:pt idx="371">
                  <c:v>2022-02</c:v>
                </c:pt>
                <c:pt idx="372">
                  <c:v>2022-02</c:v>
                </c:pt>
                <c:pt idx="373">
                  <c:v>2022-02</c:v>
                </c:pt>
                <c:pt idx="374">
                  <c:v>2022-03</c:v>
                </c:pt>
                <c:pt idx="375">
                  <c:v>2022-03</c:v>
                </c:pt>
                <c:pt idx="376">
                  <c:v>2022-03</c:v>
                </c:pt>
                <c:pt idx="377">
                  <c:v>2022-03</c:v>
                </c:pt>
                <c:pt idx="378">
                  <c:v>2022-03</c:v>
                </c:pt>
                <c:pt idx="379">
                  <c:v>2022-04</c:v>
                </c:pt>
                <c:pt idx="380">
                  <c:v>2022-04</c:v>
                </c:pt>
                <c:pt idx="381">
                  <c:v>2022-04</c:v>
                </c:pt>
                <c:pt idx="382">
                  <c:v>2022-04</c:v>
                </c:pt>
                <c:pt idx="383">
                  <c:v>2022-05</c:v>
                </c:pt>
                <c:pt idx="384">
                  <c:v>2022-05</c:v>
                </c:pt>
                <c:pt idx="385">
                  <c:v>2022-05</c:v>
                </c:pt>
                <c:pt idx="386">
                  <c:v>2022-05</c:v>
                </c:pt>
                <c:pt idx="387">
                  <c:v>2022-06</c:v>
                </c:pt>
                <c:pt idx="388">
                  <c:v>2022-06</c:v>
                </c:pt>
                <c:pt idx="389">
                  <c:v>2022-06</c:v>
                </c:pt>
                <c:pt idx="390">
                  <c:v>2022-06</c:v>
                </c:pt>
                <c:pt idx="391">
                  <c:v>2022-06</c:v>
                </c:pt>
                <c:pt idx="392">
                  <c:v>2022-07</c:v>
                </c:pt>
                <c:pt idx="393">
                  <c:v>2022-07</c:v>
                </c:pt>
                <c:pt idx="394">
                  <c:v>2022-07</c:v>
                </c:pt>
                <c:pt idx="395">
                  <c:v>2022-07</c:v>
                </c:pt>
                <c:pt idx="396">
                  <c:v>2022-08</c:v>
                </c:pt>
                <c:pt idx="397">
                  <c:v>2022-08</c:v>
                </c:pt>
                <c:pt idx="398">
                  <c:v>2022-08</c:v>
                </c:pt>
                <c:pt idx="399">
                  <c:v>2022-08</c:v>
                </c:pt>
                <c:pt idx="400">
                  <c:v>2022-09</c:v>
                </c:pt>
                <c:pt idx="401">
                  <c:v>2022-09</c:v>
                </c:pt>
                <c:pt idx="402">
                  <c:v>2022-09</c:v>
                </c:pt>
                <c:pt idx="403">
                  <c:v>2022-09</c:v>
                </c:pt>
                <c:pt idx="404">
                  <c:v>2022-09</c:v>
                </c:pt>
                <c:pt idx="405">
                  <c:v>2022-10</c:v>
                </c:pt>
                <c:pt idx="406">
                  <c:v>2022-10</c:v>
                </c:pt>
                <c:pt idx="407">
                  <c:v>2022-10</c:v>
                </c:pt>
                <c:pt idx="408">
                  <c:v>2022-10</c:v>
                </c:pt>
                <c:pt idx="409">
                  <c:v>2022-11</c:v>
                </c:pt>
                <c:pt idx="410">
                  <c:v>2022-11</c:v>
                </c:pt>
                <c:pt idx="411">
                  <c:v>2022-11</c:v>
                </c:pt>
                <c:pt idx="412">
                  <c:v>2022-11</c:v>
                </c:pt>
                <c:pt idx="413">
                  <c:v>2022-12</c:v>
                </c:pt>
                <c:pt idx="414">
                  <c:v>2022-12</c:v>
                </c:pt>
                <c:pt idx="415">
                  <c:v>2022-12</c:v>
                </c:pt>
                <c:pt idx="416">
                  <c:v>2022-12</c:v>
                </c:pt>
                <c:pt idx="417">
                  <c:v>2022-12</c:v>
                </c:pt>
                <c:pt idx="418">
                  <c:v>2023-01</c:v>
                </c:pt>
                <c:pt idx="419">
                  <c:v>2023-01</c:v>
                </c:pt>
                <c:pt idx="420">
                  <c:v>2023-01</c:v>
                </c:pt>
                <c:pt idx="421">
                  <c:v>2023-01</c:v>
                </c:pt>
                <c:pt idx="422">
                  <c:v>2023-02</c:v>
                </c:pt>
                <c:pt idx="423">
                  <c:v>2023-02</c:v>
                </c:pt>
                <c:pt idx="424">
                  <c:v>2023-02</c:v>
                </c:pt>
                <c:pt idx="425">
                  <c:v>2023-02</c:v>
                </c:pt>
                <c:pt idx="426">
                  <c:v>2023-03</c:v>
                </c:pt>
                <c:pt idx="427">
                  <c:v>2023-03</c:v>
                </c:pt>
                <c:pt idx="428">
                  <c:v>2023-03</c:v>
                </c:pt>
                <c:pt idx="429">
                  <c:v>2023-03</c:v>
                </c:pt>
                <c:pt idx="430">
                  <c:v>2023-03</c:v>
                </c:pt>
                <c:pt idx="431">
                  <c:v>2023-04</c:v>
                </c:pt>
                <c:pt idx="432">
                  <c:v>2023-04</c:v>
                </c:pt>
                <c:pt idx="433">
                  <c:v>2023-04</c:v>
                </c:pt>
                <c:pt idx="434">
                  <c:v>2023-04</c:v>
                </c:pt>
                <c:pt idx="435">
                  <c:v>2023-05</c:v>
                </c:pt>
                <c:pt idx="436">
                  <c:v>2023-05</c:v>
                </c:pt>
                <c:pt idx="437">
                  <c:v>2023-05</c:v>
                </c:pt>
                <c:pt idx="438">
                  <c:v>2023-05</c:v>
                </c:pt>
                <c:pt idx="439">
                  <c:v>2023-06</c:v>
                </c:pt>
                <c:pt idx="440">
                  <c:v>2023-06</c:v>
                </c:pt>
                <c:pt idx="441">
                  <c:v>2023-06</c:v>
                </c:pt>
                <c:pt idx="442">
                  <c:v>2023-06</c:v>
                </c:pt>
                <c:pt idx="443">
                  <c:v>2023-06</c:v>
                </c:pt>
                <c:pt idx="444">
                  <c:v>2023-07</c:v>
                </c:pt>
                <c:pt idx="445">
                  <c:v>2023-07</c:v>
                </c:pt>
                <c:pt idx="446">
                  <c:v>2023-07</c:v>
                </c:pt>
                <c:pt idx="447">
                  <c:v>2023-07</c:v>
                </c:pt>
                <c:pt idx="448">
                  <c:v>2023-08</c:v>
                </c:pt>
                <c:pt idx="449">
                  <c:v>2023-08</c:v>
                </c:pt>
                <c:pt idx="450">
                  <c:v>2023-08</c:v>
                </c:pt>
                <c:pt idx="451">
                  <c:v>2023-08</c:v>
                </c:pt>
                <c:pt idx="452">
                  <c:v>2023-08</c:v>
                </c:pt>
                <c:pt idx="453">
                  <c:v>2023-09</c:v>
                </c:pt>
                <c:pt idx="454">
                  <c:v>2023-09</c:v>
                </c:pt>
                <c:pt idx="455">
                  <c:v>2023-09</c:v>
                </c:pt>
                <c:pt idx="456">
                  <c:v>2023-09</c:v>
                </c:pt>
                <c:pt idx="457">
                  <c:v>2023-10</c:v>
                </c:pt>
                <c:pt idx="458">
                  <c:v>2023-10</c:v>
                </c:pt>
                <c:pt idx="459">
                  <c:v>2023-10</c:v>
                </c:pt>
                <c:pt idx="460">
                  <c:v>2023-10</c:v>
                </c:pt>
                <c:pt idx="461">
                  <c:v>2023-11</c:v>
                </c:pt>
                <c:pt idx="462">
                  <c:v>2023-11</c:v>
                </c:pt>
                <c:pt idx="463">
                  <c:v>2023-11</c:v>
                </c:pt>
                <c:pt idx="464">
                  <c:v>2023-11</c:v>
                </c:pt>
                <c:pt idx="465">
                  <c:v>2023-11</c:v>
                </c:pt>
                <c:pt idx="466">
                  <c:v>2023-12</c:v>
                </c:pt>
                <c:pt idx="467">
                  <c:v>2023-12</c:v>
                </c:pt>
                <c:pt idx="468">
                  <c:v>2023-12</c:v>
                </c:pt>
                <c:pt idx="469">
                  <c:v>2023-12</c:v>
                </c:pt>
                <c:pt idx="470">
                  <c:v>2024-01</c:v>
                </c:pt>
                <c:pt idx="471">
                  <c:v>2024-01</c:v>
                </c:pt>
                <c:pt idx="472">
                  <c:v>2024-01</c:v>
                </c:pt>
                <c:pt idx="473">
                  <c:v>2024-01</c:v>
                </c:pt>
                <c:pt idx="474">
                  <c:v>2024-02</c:v>
                </c:pt>
                <c:pt idx="475">
                  <c:v>2024-02</c:v>
                </c:pt>
                <c:pt idx="476">
                  <c:v>2024-02</c:v>
                </c:pt>
                <c:pt idx="477">
                  <c:v>2024-02</c:v>
                </c:pt>
                <c:pt idx="478">
                  <c:v>2024-02</c:v>
                </c:pt>
                <c:pt idx="479">
                  <c:v>2024-03</c:v>
                </c:pt>
                <c:pt idx="480">
                  <c:v>2024-03</c:v>
                </c:pt>
                <c:pt idx="481">
                  <c:v>2024-03</c:v>
                </c:pt>
                <c:pt idx="482">
                  <c:v>2024-03</c:v>
                </c:pt>
                <c:pt idx="483">
                  <c:v>2024-04</c:v>
                </c:pt>
                <c:pt idx="484">
                  <c:v>2024-04</c:v>
                </c:pt>
                <c:pt idx="485">
                  <c:v>2024-04</c:v>
                </c:pt>
                <c:pt idx="486">
                  <c:v>2024-04</c:v>
                </c:pt>
                <c:pt idx="487">
                  <c:v>2024-05</c:v>
                </c:pt>
                <c:pt idx="488">
                  <c:v>2024-05</c:v>
                </c:pt>
                <c:pt idx="489">
                  <c:v>2024-05</c:v>
                </c:pt>
                <c:pt idx="490">
                  <c:v>2024-05</c:v>
                </c:pt>
                <c:pt idx="491">
                  <c:v>2024-05</c:v>
                </c:pt>
                <c:pt idx="492">
                  <c:v>2024-06</c:v>
                </c:pt>
                <c:pt idx="493">
                  <c:v>2024-06</c:v>
                </c:pt>
                <c:pt idx="494">
                  <c:v>2024-06</c:v>
                </c:pt>
                <c:pt idx="495">
                  <c:v>2024-06</c:v>
                </c:pt>
                <c:pt idx="496">
                  <c:v>2024-07</c:v>
                </c:pt>
                <c:pt idx="497">
                  <c:v>2024-07</c:v>
                </c:pt>
                <c:pt idx="498">
                  <c:v>2024-07</c:v>
                </c:pt>
                <c:pt idx="499">
                  <c:v>2024-07</c:v>
                </c:pt>
                <c:pt idx="500">
                  <c:v>2024-08</c:v>
                </c:pt>
                <c:pt idx="501">
                  <c:v>2024-08</c:v>
                </c:pt>
                <c:pt idx="502">
                  <c:v>2024-08</c:v>
                </c:pt>
                <c:pt idx="503">
                  <c:v>2024-08</c:v>
                </c:pt>
                <c:pt idx="504">
                  <c:v>2024-08</c:v>
                </c:pt>
                <c:pt idx="505">
                  <c:v>2024-09</c:v>
                </c:pt>
                <c:pt idx="506">
                  <c:v>2024-09</c:v>
                </c:pt>
                <c:pt idx="507">
                  <c:v>2024-09</c:v>
                </c:pt>
                <c:pt idx="508">
                  <c:v>2024-09</c:v>
                </c:pt>
                <c:pt idx="509">
                  <c:v>2024-10</c:v>
                </c:pt>
                <c:pt idx="510">
                  <c:v>2024-10</c:v>
                </c:pt>
                <c:pt idx="511">
                  <c:v>2024-10</c:v>
                </c:pt>
                <c:pt idx="512">
                  <c:v>2024-10</c:v>
                </c:pt>
                <c:pt idx="513">
                  <c:v>2024-10</c:v>
                </c:pt>
                <c:pt idx="514">
                  <c:v>2024-11</c:v>
                </c:pt>
                <c:pt idx="515">
                  <c:v>2024-11</c:v>
                </c:pt>
                <c:pt idx="516">
                  <c:v>2024-11</c:v>
                </c:pt>
                <c:pt idx="517">
                  <c:v>2024-11</c:v>
                </c:pt>
                <c:pt idx="518">
                  <c:v>2024-12</c:v>
                </c:pt>
                <c:pt idx="519">
                  <c:v>2024-12</c:v>
                </c:pt>
                <c:pt idx="520">
                  <c:v>2024-12</c:v>
                </c:pt>
                <c:pt idx="521">
                  <c:v>2024-12</c:v>
                </c:pt>
                <c:pt idx="522">
                  <c:v>2025-01</c:v>
                </c:pt>
                <c:pt idx="523">
                  <c:v>2025-01</c:v>
                </c:pt>
                <c:pt idx="524">
                  <c:v>2025-01</c:v>
                </c:pt>
                <c:pt idx="525">
                  <c:v>2025-01</c:v>
                </c:pt>
                <c:pt idx="526">
                  <c:v>2025-01</c:v>
                </c:pt>
                <c:pt idx="527">
                  <c:v>2025-02</c:v>
                </c:pt>
                <c:pt idx="528">
                  <c:v>2025-02</c:v>
                </c:pt>
                <c:pt idx="529">
                  <c:v>2025-02</c:v>
                </c:pt>
                <c:pt idx="530">
                  <c:v>2025-02</c:v>
                </c:pt>
                <c:pt idx="531">
                  <c:v>2025-03</c:v>
                </c:pt>
                <c:pt idx="532">
                  <c:v>2025-03</c:v>
                </c:pt>
                <c:pt idx="533">
                  <c:v>2025-03</c:v>
                </c:pt>
                <c:pt idx="534">
                  <c:v>2025-03</c:v>
                </c:pt>
                <c:pt idx="535">
                  <c:v>2025-04</c:v>
                </c:pt>
                <c:pt idx="536">
                  <c:v>2025-04</c:v>
                </c:pt>
                <c:pt idx="537">
                  <c:v>2025-04</c:v>
                </c:pt>
                <c:pt idx="538">
                  <c:v>2025-04</c:v>
                </c:pt>
                <c:pt idx="539">
                  <c:v>2025-05</c:v>
                </c:pt>
                <c:pt idx="540">
                  <c:v>2025-05</c:v>
                </c:pt>
                <c:pt idx="541">
                  <c:v>2025-05</c:v>
                </c:pt>
                <c:pt idx="542">
                  <c:v>2025-05</c:v>
                </c:pt>
                <c:pt idx="543">
                  <c:v>2025-05</c:v>
                </c:pt>
                <c:pt idx="544">
                  <c:v>2025-06</c:v>
                </c:pt>
                <c:pt idx="545">
                  <c:v>2025-06</c:v>
                </c:pt>
                <c:pt idx="546">
                  <c:v>2025-06</c:v>
                </c:pt>
                <c:pt idx="547">
                  <c:v>2025-06</c:v>
                </c:pt>
                <c:pt idx="548">
                  <c:v>2025-07</c:v>
                </c:pt>
                <c:pt idx="549">
                  <c:v>2025-07</c:v>
                </c:pt>
                <c:pt idx="550">
                  <c:v>2025-07</c:v>
                </c:pt>
                <c:pt idx="551">
                  <c:v>2025-07</c:v>
                </c:pt>
                <c:pt idx="552">
                  <c:v>2025-07</c:v>
                </c:pt>
                <c:pt idx="553">
                  <c:v>2025-08</c:v>
                </c:pt>
                <c:pt idx="554">
                  <c:v>2025-08</c:v>
                </c:pt>
                <c:pt idx="555">
                  <c:v>2025-08</c:v>
                </c:pt>
                <c:pt idx="556">
                  <c:v>2025-08</c:v>
                </c:pt>
                <c:pt idx="557">
                  <c:v>2025-09</c:v>
                </c:pt>
                <c:pt idx="558">
                  <c:v>2025-09</c:v>
                </c:pt>
                <c:pt idx="559">
                  <c:v>2025-09</c:v>
                </c:pt>
                <c:pt idx="560">
                  <c:v>2025-09</c:v>
                </c:pt>
                <c:pt idx="561">
                  <c:v>2025-10</c:v>
                </c:pt>
                <c:pt idx="562">
                  <c:v>2025-10</c:v>
                </c:pt>
                <c:pt idx="563">
                  <c:v>2025-10</c:v>
                </c:pt>
                <c:pt idx="564">
                  <c:v>2025-10</c:v>
                </c:pt>
                <c:pt idx="565">
                  <c:v>2025-10</c:v>
                </c:pt>
                <c:pt idx="566">
                  <c:v>2025-11</c:v>
                </c:pt>
                <c:pt idx="567">
                  <c:v>2025-11</c:v>
                </c:pt>
                <c:pt idx="568">
                  <c:v>2025-11</c:v>
                </c:pt>
                <c:pt idx="569">
                  <c:v>2025-11</c:v>
                </c:pt>
                <c:pt idx="570">
                  <c:v>2025-12</c:v>
                </c:pt>
                <c:pt idx="571">
                  <c:v>2025-12</c:v>
                </c:pt>
                <c:pt idx="572">
                  <c:v>2025-12</c:v>
                </c:pt>
                <c:pt idx="573">
                  <c:v>2025-12</c:v>
                </c:pt>
              </c:strCache>
            </c:strRef>
          </c:cat>
          <c:val>
            <c:numRef>
              <c:f>Sheet1!$B$2:$B$575</c:f>
              <c:numCache>
                <c:formatCode>General</c:formatCode>
                <c:ptCount val="574"/>
                <c:pt idx="0">
                  <c:v>100</c:v>
                </c:pt>
                <c:pt idx="1">
                  <c:v>97.734446766100518</c:v>
                </c:pt>
                <c:pt idx="2">
                  <c:v>92.626108753043724</c:v>
                </c:pt>
                <c:pt idx="3">
                  <c:v>95.262307786893885</c:v>
                </c:pt>
                <c:pt idx="4">
                  <c:v>94.703351386113383</c:v>
                </c:pt>
                <c:pt idx="5">
                  <c:v>97.261977412563041</c:v>
                </c:pt>
                <c:pt idx="6">
                  <c:v>99.067213962891259</c:v>
                </c:pt>
                <c:pt idx="7">
                  <c:v>99.265162938935816</c:v>
                </c:pt>
                <c:pt idx="8">
                  <c:v>99.390546875295058</c:v>
                </c:pt>
                <c:pt idx="9">
                  <c:v>98.320134637817603</c:v>
                </c:pt>
                <c:pt idx="10">
                  <c:v>97.934364794556288</c:v>
                </c:pt>
                <c:pt idx="11">
                  <c:v>97.438070590850685</c:v>
                </c:pt>
                <c:pt idx="12">
                  <c:v>97.015143082959668</c:v>
                </c:pt>
                <c:pt idx="13">
                  <c:v>97.769422440176882</c:v>
                </c:pt>
                <c:pt idx="14">
                  <c:v>100.36015200327866</c:v>
                </c:pt>
                <c:pt idx="15">
                  <c:v>101.52913728717476</c:v>
                </c:pt>
                <c:pt idx="16">
                  <c:v>101.31645804134131</c:v>
                </c:pt>
                <c:pt idx="17">
                  <c:v>100.30520242801876</c:v>
                </c:pt>
                <c:pt idx="18">
                  <c:v>100.31468491744684</c:v>
                </c:pt>
                <c:pt idx="19">
                  <c:v>100.4039606007271</c:v>
                </c:pt>
                <c:pt idx="20">
                  <c:v>101.51118147451288</c:v>
                </c:pt>
                <c:pt idx="21">
                  <c:v>100.83702530334652</c:v>
                </c:pt>
                <c:pt idx="22">
                  <c:v>100.67631000470344</c:v>
                </c:pt>
                <c:pt idx="23">
                  <c:v>100.55285554990262</c:v>
                </c:pt>
                <c:pt idx="24">
                  <c:v>99.905647521354311</c:v>
                </c:pt>
                <c:pt idx="25">
                  <c:v>101.17658519702331</c:v>
                </c:pt>
                <c:pt idx="26">
                  <c:v>98.567022034160701</c:v>
                </c:pt>
                <c:pt idx="27">
                  <c:v>96.912099721660823</c:v>
                </c:pt>
                <c:pt idx="28">
                  <c:v>100.30399954146743</c:v>
                </c:pt>
                <c:pt idx="29">
                  <c:v>97.4444567682105</c:v>
                </c:pt>
                <c:pt idx="30">
                  <c:v>98.352858022450775</c:v>
                </c:pt>
                <c:pt idx="31">
                  <c:v>98.954977601178214</c:v>
                </c:pt>
                <c:pt idx="32">
                  <c:v>96.988529029509678</c:v>
                </c:pt>
                <c:pt idx="33">
                  <c:v>93.819243153551142</c:v>
                </c:pt>
                <c:pt idx="34">
                  <c:v>95.645701510858387</c:v>
                </c:pt>
                <c:pt idx="35">
                  <c:v>93.376202343581951</c:v>
                </c:pt>
                <c:pt idx="36">
                  <c:v>93.315276976894381</c:v>
                </c:pt>
                <c:pt idx="37">
                  <c:v>94.331348002235387</c:v>
                </c:pt>
                <c:pt idx="38">
                  <c:v>92.099784756277543</c:v>
                </c:pt>
                <c:pt idx="39">
                  <c:v>94.806919037091589</c:v>
                </c:pt>
                <c:pt idx="40">
                  <c:v>97.272819926305601</c:v>
                </c:pt>
                <c:pt idx="41">
                  <c:v>95.446049599233532</c:v>
                </c:pt>
                <c:pt idx="42">
                  <c:v>98.89827382341096</c:v>
                </c:pt>
                <c:pt idx="43">
                  <c:v>100.51049307076083</c:v>
                </c:pt>
                <c:pt idx="44">
                  <c:v>98.876431269162694</c:v>
                </c:pt>
                <c:pt idx="45">
                  <c:v>97.392093458198929</c:v>
                </c:pt>
                <c:pt idx="46">
                  <c:v>99.328519527144607</c:v>
                </c:pt>
                <c:pt idx="47">
                  <c:v>98.71033976812852</c:v>
                </c:pt>
                <c:pt idx="48">
                  <c:v>98.803036222269768</c:v>
                </c:pt>
                <c:pt idx="49">
                  <c:v>96.031982419917895</c:v>
                </c:pt>
                <c:pt idx="50">
                  <c:v>95.958886391379593</c:v>
                </c:pt>
                <c:pt idx="51">
                  <c:v>96.754261205112698</c:v>
                </c:pt>
                <c:pt idx="52">
                  <c:v>94.855148064645661</c:v>
                </c:pt>
                <c:pt idx="53">
                  <c:v>89.655886111637841</c:v>
                </c:pt>
                <c:pt idx="54">
                  <c:v>89.098277074553138</c:v>
                </c:pt>
                <c:pt idx="55">
                  <c:v>86.620271871657991</c:v>
                </c:pt>
                <c:pt idx="56">
                  <c:v>91.420708297924833</c:v>
                </c:pt>
                <c:pt idx="57">
                  <c:v>91.001817431590723</c:v>
                </c:pt>
                <c:pt idx="58">
                  <c:v>83.20976571299046</c:v>
                </c:pt>
                <c:pt idx="59">
                  <c:v>91.109469553548607</c:v>
                </c:pt>
                <c:pt idx="60">
                  <c:v>88.547475559090827</c:v>
                </c:pt>
                <c:pt idx="61">
                  <c:v>92.18216124647455</c:v>
                </c:pt>
                <c:pt idx="62">
                  <c:v>94.440367011694747</c:v>
                </c:pt>
                <c:pt idx="63">
                  <c:v>97.819923642980953</c:v>
                </c:pt>
                <c:pt idx="64">
                  <c:v>95.789726959517012</c:v>
                </c:pt>
                <c:pt idx="65">
                  <c:v>96.865508050855198</c:v>
                </c:pt>
                <c:pt idx="66">
                  <c:v>93.604860801211927</c:v>
                </c:pt>
                <c:pt idx="67">
                  <c:v>97.466931554283917</c:v>
                </c:pt>
                <c:pt idx="68">
                  <c:v>98.679044614334956</c:v>
                </c:pt>
                <c:pt idx="69">
                  <c:v>98.427058186870312</c:v>
                </c:pt>
                <c:pt idx="70">
                  <c:v>96.47796945193744</c:v>
                </c:pt>
                <c:pt idx="71">
                  <c:v>97.594632309113493</c:v>
                </c:pt>
                <c:pt idx="72">
                  <c:v>97.891459537135205</c:v>
                </c:pt>
                <c:pt idx="73">
                  <c:v>100.83880649900061</c:v>
                </c:pt>
                <c:pt idx="74">
                  <c:v>101.1865936404463</c:v>
                </c:pt>
                <c:pt idx="75">
                  <c:v>100.73608934499144</c:v>
                </c:pt>
                <c:pt idx="76">
                  <c:v>97.649463726433495</c:v>
                </c:pt>
                <c:pt idx="77">
                  <c:v>100.36506282533981</c:v>
                </c:pt>
                <c:pt idx="78">
                  <c:v>96.620327893328806</c:v>
                </c:pt>
                <c:pt idx="79">
                  <c:v>95.67953287866726</c:v>
                </c:pt>
                <c:pt idx="80">
                  <c:v>99.098071578854132</c:v>
                </c:pt>
                <c:pt idx="81">
                  <c:v>99.742086127261516</c:v>
                </c:pt>
                <c:pt idx="82">
                  <c:v>99.517682010918833</c:v>
                </c:pt>
                <c:pt idx="83">
                  <c:v>97.469007781374899</c:v>
                </c:pt>
                <c:pt idx="84">
                  <c:v>99.572049887680748</c:v>
                </c:pt>
                <c:pt idx="85">
                  <c:v>98.291598092651</c:v>
                </c:pt>
                <c:pt idx="86">
                  <c:v>100.58440800310784</c:v>
                </c:pt>
                <c:pt idx="87">
                  <c:v>101.49539085987048</c:v>
                </c:pt>
                <c:pt idx="88">
                  <c:v>101.17622797418012</c:v>
                </c:pt>
                <c:pt idx="89">
                  <c:v>101.01265754044796</c:v>
                </c:pt>
                <c:pt idx="90">
                  <c:v>102.85725031250821</c:v>
                </c:pt>
                <c:pt idx="91">
                  <c:v>102.09829545024375</c:v>
                </c:pt>
                <c:pt idx="92">
                  <c:v>102.69753011269631</c:v>
                </c:pt>
                <c:pt idx="93">
                  <c:v>102.84297717091435</c:v>
                </c:pt>
                <c:pt idx="94">
                  <c:v>104.2716123898354</c:v>
                </c:pt>
                <c:pt idx="95">
                  <c:v>105.2720857589356</c:v>
                </c:pt>
                <c:pt idx="96">
                  <c:v>103.63280928153796</c:v>
                </c:pt>
                <c:pt idx="97">
                  <c:v>108.43282353411324</c:v>
                </c:pt>
                <c:pt idx="98">
                  <c:v>109.82016531802674</c:v>
                </c:pt>
                <c:pt idx="99">
                  <c:v>111.98224302089481</c:v>
                </c:pt>
                <c:pt idx="100">
                  <c:v>111.57677826664329</c:v>
                </c:pt>
                <c:pt idx="101">
                  <c:v>115.07592863043742</c:v>
                </c:pt>
                <c:pt idx="102">
                  <c:v>116.73759172633376</c:v>
                </c:pt>
                <c:pt idx="103">
                  <c:v>116.59106887838001</c:v>
                </c:pt>
                <c:pt idx="104">
                  <c:v>115.79140825377026</c:v>
                </c:pt>
                <c:pt idx="105">
                  <c:v>117.11457113999738</c:v>
                </c:pt>
                <c:pt idx="106">
                  <c:v>117.06242362129467</c:v>
                </c:pt>
                <c:pt idx="107">
                  <c:v>117.12418088981747</c:v>
                </c:pt>
                <c:pt idx="108">
                  <c:v>119.68741245018144</c:v>
                </c:pt>
                <c:pt idx="109">
                  <c:v>117.4352506369586</c:v>
                </c:pt>
                <c:pt idx="110">
                  <c:v>120.25731355842029</c:v>
                </c:pt>
                <c:pt idx="111">
                  <c:v>122.25663326792466</c:v>
                </c:pt>
                <c:pt idx="112">
                  <c:v>122.26935450812591</c:v>
                </c:pt>
                <c:pt idx="113">
                  <c:v>121.11687196216828</c:v>
                </c:pt>
                <c:pt idx="114">
                  <c:v>121.76164117510118</c:v>
                </c:pt>
                <c:pt idx="115">
                  <c:v>120.43839904567571</c:v>
                </c:pt>
                <c:pt idx="116">
                  <c:v>117.92806788364847</c:v>
                </c:pt>
                <c:pt idx="117">
                  <c:v>119.02567306917749</c:v>
                </c:pt>
                <c:pt idx="118">
                  <c:v>118.85473120670461</c:v>
                </c:pt>
                <c:pt idx="119">
                  <c:v>115.66533496677921</c:v>
                </c:pt>
                <c:pt idx="120">
                  <c:v>117.34113125094252</c:v>
                </c:pt>
                <c:pt idx="121">
                  <c:v>116.08740111601459</c:v>
                </c:pt>
                <c:pt idx="122">
                  <c:v>115.87979604860739</c:v>
                </c:pt>
                <c:pt idx="123">
                  <c:v>115.47714596033862</c:v>
                </c:pt>
                <c:pt idx="124">
                  <c:v>113.08967309229691</c:v>
                </c:pt>
                <c:pt idx="125">
                  <c:v>114.66590181137619</c:v>
                </c:pt>
                <c:pt idx="126">
                  <c:v>115.31994800376158</c:v>
                </c:pt>
                <c:pt idx="127">
                  <c:v>115.74217806254283</c:v>
                </c:pt>
                <c:pt idx="128">
                  <c:v>115.8366172253133</c:v>
                </c:pt>
                <c:pt idx="129">
                  <c:v>116.28029731697252</c:v>
                </c:pt>
                <c:pt idx="130">
                  <c:v>117.41156086853269</c:v>
                </c:pt>
                <c:pt idx="131">
                  <c:v>117.49846905495384</c:v>
                </c:pt>
                <c:pt idx="132">
                  <c:v>118.1950945339667</c:v>
                </c:pt>
                <c:pt idx="133">
                  <c:v>118.71806441548955</c:v>
                </c:pt>
                <c:pt idx="134">
                  <c:v>117.26739493249198</c:v>
                </c:pt>
                <c:pt idx="135">
                  <c:v>117.658082601224</c:v>
                </c:pt>
                <c:pt idx="136">
                  <c:v>116.0668285682334</c:v>
                </c:pt>
                <c:pt idx="137">
                  <c:v>116.63665279042232</c:v>
                </c:pt>
                <c:pt idx="138">
                  <c:v>116.66949260538868</c:v>
                </c:pt>
                <c:pt idx="139">
                  <c:v>116.99320701722155</c:v>
                </c:pt>
                <c:pt idx="140">
                  <c:v>114.4612436534197</c:v>
                </c:pt>
                <c:pt idx="141">
                  <c:v>116.8117080516874</c:v>
                </c:pt>
                <c:pt idx="142">
                  <c:v>119.38731108128243</c:v>
                </c:pt>
                <c:pt idx="143">
                  <c:v>121.28760669717924</c:v>
                </c:pt>
                <c:pt idx="144">
                  <c:v>123.43923308638026</c:v>
                </c:pt>
                <c:pt idx="145">
                  <c:v>123.65177487994538</c:v>
                </c:pt>
                <c:pt idx="146">
                  <c:v>125.2087415401577</c:v>
                </c:pt>
                <c:pt idx="147">
                  <c:v>126.11935982470673</c:v>
                </c:pt>
                <c:pt idx="148">
                  <c:v>126.92592038165675</c:v>
                </c:pt>
                <c:pt idx="149">
                  <c:v>127.21560021572786</c:v>
                </c:pt>
                <c:pt idx="150">
                  <c:v>126.95692749010702</c:v>
                </c:pt>
                <c:pt idx="151">
                  <c:v>127.33527924824078</c:v>
                </c:pt>
                <c:pt idx="152">
                  <c:v>127.71251238207478</c:v>
                </c:pt>
                <c:pt idx="153">
                  <c:v>128.63845166335247</c:v>
                </c:pt>
                <c:pt idx="154">
                  <c:v>128.00755978134256</c:v>
                </c:pt>
                <c:pt idx="155">
                  <c:v>129.19592759484141</c:v>
                </c:pt>
                <c:pt idx="156">
                  <c:v>128.47243650504382</c:v>
                </c:pt>
                <c:pt idx="157">
                  <c:v>129.92490204799705</c:v>
                </c:pt>
                <c:pt idx="158">
                  <c:v>129.71201389927518</c:v>
                </c:pt>
                <c:pt idx="159">
                  <c:v>130.39334616074717</c:v>
                </c:pt>
                <c:pt idx="160">
                  <c:v>129.61051663065874</c:v>
                </c:pt>
                <c:pt idx="161">
                  <c:v>128.02935453442299</c:v>
                </c:pt>
                <c:pt idx="162">
                  <c:v>121.71240723193732</c:v>
                </c:pt>
                <c:pt idx="163">
                  <c:v>123.76035457771748</c:v>
                </c:pt>
                <c:pt idx="164">
                  <c:v>124.80654277263405</c:v>
                </c:pt>
                <c:pt idx="165">
                  <c:v>124.24277385669734</c:v>
                </c:pt>
                <c:pt idx="166">
                  <c:v>125.72131261026482</c:v>
                </c:pt>
                <c:pt idx="167">
                  <c:v>127.03765537637268</c:v>
                </c:pt>
                <c:pt idx="168">
                  <c:v>124.9084018570417</c:v>
                </c:pt>
                <c:pt idx="169">
                  <c:v>122.94831856826379</c:v>
                </c:pt>
                <c:pt idx="170">
                  <c:v>121.72376473160146</c:v>
                </c:pt>
                <c:pt idx="171">
                  <c:v>119.72295657091091</c:v>
                </c:pt>
                <c:pt idx="172">
                  <c:v>119.5818457602371</c:v>
                </c:pt>
                <c:pt idx="173">
                  <c:v>122.61841694637627</c:v>
                </c:pt>
                <c:pt idx="174">
                  <c:v>122.35616961933985</c:v>
                </c:pt>
                <c:pt idx="175">
                  <c:v>125.3618604930043</c:v>
                </c:pt>
                <c:pt idx="176">
                  <c:v>126.76460067691545</c:v>
                </c:pt>
                <c:pt idx="177">
                  <c:v>126.24730082701882</c:v>
                </c:pt>
                <c:pt idx="178">
                  <c:v>124.56623675510305</c:v>
                </c:pt>
                <c:pt idx="179">
                  <c:v>125.49981768801821</c:v>
                </c:pt>
                <c:pt idx="180">
                  <c:v>126.49281573567502</c:v>
                </c:pt>
                <c:pt idx="181">
                  <c:v>127.22881366221715</c:v>
                </c:pt>
                <c:pt idx="182">
                  <c:v>123.99088725398913</c:v>
                </c:pt>
                <c:pt idx="183">
                  <c:v>124.20024354196062</c:v>
                </c:pt>
                <c:pt idx="184">
                  <c:v>125.68923930423007</c:v>
                </c:pt>
                <c:pt idx="185">
                  <c:v>126.14364484635611</c:v>
                </c:pt>
                <c:pt idx="186">
                  <c:v>126.53409507707451</c:v>
                </c:pt>
                <c:pt idx="187">
                  <c:v>126.75459503812147</c:v>
                </c:pt>
                <c:pt idx="188">
                  <c:v>127.97220447091567</c:v>
                </c:pt>
                <c:pt idx="189">
                  <c:v>128.90550565773472</c:v>
                </c:pt>
                <c:pt idx="190">
                  <c:v>128.94679344498743</c:v>
                </c:pt>
                <c:pt idx="191">
                  <c:v>129.24486917718573</c:v>
                </c:pt>
                <c:pt idx="192">
                  <c:v>128.25045628896146</c:v>
                </c:pt>
                <c:pt idx="193">
                  <c:v>126.67707768611699</c:v>
                </c:pt>
                <c:pt idx="194">
                  <c:v>129.65322025539444</c:v>
                </c:pt>
                <c:pt idx="195">
                  <c:v>129.3025578395328</c:v>
                </c:pt>
                <c:pt idx="196">
                  <c:v>126.40222585834989</c:v>
                </c:pt>
                <c:pt idx="197">
                  <c:v>119.95752159592328</c:v>
                </c:pt>
                <c:pt idx="198">
                  <c:v>119.97787765667438</c:v>
                </c:pt>
                <c:pt idx="199">
                  <c:v>117.70718260712169</c:v>
                </c:pt>
                <c:pt idx="200">
                  <c:v>118.47119081599007</c:v>
                </c:pt>
                <c:pt idx="201">
                  <c:v>120.98803800966085</c:v>
                </c:pt>
                <c:pt idx="202">
                  <c:v>121.03144949029479</c:v>
                </c:pt>
                <c:pt idx="203">
                  <c:v>119.10399600845787</c:v>
                </c:pt>
                <c:pt idx="204">
                  <c:v>121.47082123329841</c:v>
                </c:pt>
                <c:pt idx="205">
                  <c:v>117.0445599917074</c:v>
                </c:pt>
                <c:pt idx="206">
                  <c:v>114.86555761082556</c:v>
                </c:pt>
                <c:pt idx="207">
                  <c:v>111.18458388708287</c:v>
                </c:pt>
                <c:pt idx="208">
                  <c:v>110.55388566959292</c:v>
                </c:pt>
                <c:pt idx="209">
                  <c:v>110.683219702532</c:v>
                </c:pt>
                <c:pt idx="210">
                  <c:v>115.69738076339654</c:v>
                </c:pt>
                <c:pt idx="211">
                  <c:v>118.78471234907164</c:v>
                </c:pt>
                <c:pt idx="212">
                  <c:v>119.31453909818084</c:v>
                </c:pt>
                <c:pt idx="213">
                  <c:v>120.85555268575477</c:v>
                </c:pt>
                <c:pt idx="214">
                  <c:v>121.7762851002355</c:v>
                </c:pt>
                <c:pt idx="215">
                  <c:v>121.59944485544878</c:v>
                </c:pt>
                <c:pt idx="216">
                  <c:v>124.43232776070163</c:v>
                </c:pt>
                <c:pt idx="217">
                  <c:v>124.1347161402972</c:v>
                </c:pt>
                <c:pt idx="218">
                  <c:v>124.50189937531496</c:v>
                </c:pt>
                <c:pt idx="219">
                  <c:v>124.53122757276657</c:v>
                </c:pt>
                <c:pt idx="220">
                  <c:v>125.40385023031952</c:v>
                </c:pt>
                <c:pt idx="221">
                  <c:v>123.29368053496401</c:v>
                </c:pt>
                <c:pt idx="222">
                  <c:v>125.63990263080888</c:v>
                </c:pt>
                <c:pt idx="223">
                  <c:v>125.8503246807482</c:v>
                </c:pt>
                <c:pt idx="224">
                  <c:v>129.169824662384</c:v>
                </c:pt>
                <c:pt idx="225">
                  <c:v>128.67655640095506</c:v>
                </c:pt>
                <c:pt idx="226">
                  <c:v>129.39114311665298</c:v>
                </c:pt>
                <c:pt idx="227">
                  <c:v>127.39663616388147</c:v>
                </c:pt>
                <c:pt idx="228">
                  <c:v>126.78343569917304</c:v>
                </c:pt>
                <c:pt idx="229">
                  <c:v>124.42848201042609</c:v>
                </c:pt>
                <c:pt idx="230">
                  <c:v>123.47479384463441</c:v>
                </c:pt>
                <c:pt idx="231">
                  <c:v>124.68886098631641</c:v>
                </c:pt>
                <c:pt idx="232">
                  <c:v>123.73260279506768</c:v>
                </c:pt>
                <c:pt idx="233">
                  <c:v>126.40386033403867</c:v>
                </c:pt>
                <c:pt idx="234">
                  <c:v>124.65053032178017</c:v>
                </c:pt>
                <c:pt idx="235">
                  <c:v>127.01786522232942</c:v>
                </c:pt>
                <c:pt idx="236">
                  <c:v>126.14374768718562</c:v>
                </c:pt>
                <c:pt idx="237">
                  <c:v>125.65974110944411</c:v>
                </c:pt>
                <c:pt idx="238">
                  <c:v>126.69815016024681</c:v>
                </c:pt>
                <c:pt idx="239">
                  <c:v>124.46754290049157</c:v>
                </c:pt>
                <c:pt idx="240">
                  <c:v>122.9350497252104</c:v>
                </c:pt>
                <c:pt idx="241">
                  <c:v>119.73337838610401</c:v>
                </c:pt>
                <c:pt idx="242">
                  <c:v>121.70955675270733</c:v>
                </c:pt>
                <c:pt idx="243">
                  <c:v>121.88993788144992</c:v>
                </c:pt>
                <c:pt idx="244">
                  <c:v>123.918964067543</c:v>
                </c:pt>
                <c:pt idx="245">
                  <c:v>128.38348308820497</c:v>
                </c:pt>
                <c:pt idx="246">
                  <c:v>130.79326807483974</c:v>
                </c:pt>
                <c:pt idx="247">
                  <c:v>130.74145513774465</c:v>
                </c:pt>
                <c:pt idx="248">
                  <c:v>126.70072866896852</c:v>
                </c:pt>
                <c:pt idx="249">
                  <c:v>127.99940160087715</c:v>
                </c:pt>
                <c:pt idx="250">
                  <c:v>129.87435249804878</c:v>
                </c:pt>
                <c:pt idx="251">
                  <c:v>130.40305928795362</c:v>
                </c:pt>
                <c:pt idx="252">
                  <c:v>131.58720370418749</c:v>
                </c:pt>
                <c:pt idx="253">
                  <c:v>134.82596699204805</c:v>
                </c:pt>
                <c:pt idx="254">
                  <c:v>135.58469537443258</c:v>
                </c:pt>
                <c:pt idx="255">
                  <c:v>135.62291307072272</c:v>
                </c:pt>
                <c:pt idx="256">
                  <c:v>136.19936302623722</c:v>
                </c:pt>
                <c:pt idx="257">
                  <c:v>132.07817867810999</c:v>
                </c:pt>
                <c:pt idx="258">
                  <c:v>132.35334974441116</c:v>
                </c:pt>
                <c:pt idx="259">
                  <c:v>132.99132489348099</c:v>
                </c:pt>
                <c:pt idx="260">
                  <c:v>132.80883388854681</c:v>
                </c:pt>
                <c:pt idx="261">
                  <c:v>132.71019160975848</c:v>
                </c:pt>
                <c:pt idx="262">
                  <c:v>133.66576901451654</c:v>
                </c:pt>
                <c:pt idx="263">
                  <c:v>135.37749001852717</c:v>
                </c:pt>
                <c:pt idx="264">
                  <c:v>136.462884884582</c:v>
                </c:pt>
                <c:pt idx="265">
                  <c:v>135.1762759443078</c:v>
                </c:pt>
                <c:pt idx="266">
                  <c:v>137.39758298280503</c:v>
                </c:pt>
                <c:pt idx="267">
                  <c:v>137.57212722717082</c:v>
                </c:pt>
                <c:pt idx="268">
                  <c:v>138.36679519406701</c:v>
                </c:pt>
                <c:pt idx="269">
                  <c:v>128.06445368000283</c:v>
                </c:pt>
                <c:pt idx="270">
                  <c:v>123.9031545430821</c:v>
                </c:pt>
                <c:pt idx="271">
                  <c:v>92.018023844614731</c:v>
                </c:pt>
                <c:pt idx="272">
                  <c:v>90.782461465603831</c:v>
                </c:pt>
                <c:pt idx="273">
                  <c:v>101.59035980562656</c:v>
                </c:pt>
                <c:pt idx="274">
                  <c:v>98.105400158574227</c:v>
                </c:pt>
                <c:pt idx="275">
                  <c:v>106.70201222030491</c:v>
                </c:pt>
                <c:pt idx="276">
                  <c:v>97.391337072967303</c:v>
                </c:pt>
                <c:pt idx="277">
                  <c:v>96.81878641032921</c:v>
                </c:pt>
                <c:pt idx="278">
                  <c:v>103.28601548757098</c:v>
                </c:pt>
                <c:pt idx="279">
                  <c:v>99.774344046426137</c:v>
                </c:pt>
                <c:pt idx="280">
                  <c:v>96.432400537936914</c:v>
                </c:pt>
                <c:pt idx="281">
                  <c:v>97.897327104504953</c:v>
                </c:pt>
                <c:pt idx="282">
                  <c:v>105.97587337594011</c:v>
                </c:pt>
                <c:pt idx="283">
                  <c:v>111.32729885717886</c:v>
                </c:pt>
                <c:pt idx="284">
                  <c:v>108.28836692323443</c:v>
                </c:pt>
                <c:pt idx="285">
                  <c:v>110.38788055701329</c:v>
                </c:pt>
                <c:pt idx="286">
                  <c:v>108.99868705413903</c:v>
                </c:pt>
                <c:pt idx="287">
                  <c:v>107.97862312678249</c:v>
                </c:pt>
                <c:pt idx="288">
                  <c:v>105.6215292610611</c:v>
                </c:pt>
                <c:pt idx="289">
                  <c:v>111.42844198361148</c:v>
                </c:pt>
                <c:pt idx="290">
                  <c:v>110.24207162769495</c:v>
                </c:pt>
                <c:pt idx="291">
                  <c:v>109.35603781282795</c:v>
                </c:pt>
                <c:pt idx="292">
                  <c:v>110.27381656894792</c:v>
                </c:pt>
                <c:pt idx="293">
                  <c:v>114.57583621169641</c:v>
                </c:pt>
                <c:pt idx="294">
                  <c:v>113.02062331538001</c:v>
                </c:pt>
                <c:pt idx="295">
                  <c:v>118.46897222278201</c:v>
                </c:pt>
                <c:pt idx="296">
                  <c:v>115.1858287832336</c:v>
                </c:pt>
                <c:pt idx="297">
                  <c:v>113.47462265155947</c:v>
                </c:pt>
                <c:pt idx="298">
                  <c:v>114.02361183537334</c:v>
                </c:pt>
                <c:pt idx="299">
                  <c:v>110.39995206223286</c:v>
                </c:pt>
                <c:pt idx="300">
                  <c:v>111.51588724085754</c:v>
                </c:pt>
                <c:pt idx="301">
                  <c:v>115.55443460362987</c:v>
                </c:pt>
                <c:pt idx="302">
                  <c:v>112.76505557161593</c:v>
                </c:pt>
                <c:pt idx="303">
                  <c:v>113.24445450871637</c:v>
                </c:pt>
                <c:pt idx="304">
                  <c:v>108.88810385248132</c:v>
                </c:pt>
                <c:pt idx="305">
                  <c:v>113.03200333671727</c:v>
                </c:pt>
                <c:pt idx="306">
                  <c:v>120.52053645745103</c:v>
                </c:pt>
                <c:pt idx="307">
                  <c:v>126.54078376086593</c:v>
                </c:pt>
                <c:pt idx="308">
                  <c:v>129.94312993935114</c:v>
                </c:pt>
                <c:pt idx="309">
                  <c:v>129.64284883780496</c:v>
                </c:pt>
                <c:pt idx="310">
                  <c:v>131.50621925562035</c:v>
                </c:pt>
                <c:pt idx="311">
                  <c:v>129.97126472787008</c:v>
                </c:pt>
                <c:pt idx="312">
                  <c:v>129.91131131842667</c:v>
                </c:pt>
                <c:pt idx="313">
                  <c:v>129.99820300951259</c:v>
                </c:pt>
                <c:pt idx="314">
                  <c:v>132.80549786820771</c:v>
                </c:pt>
                <c:pt idx="315">
                  <c:v>134.14516778694076</c:v>
                </c:pt>
                <c:pt idx="316">
                  <c:v>133.47866945617901</c:v>
                </c:pt>
                <c:pt idx="317">
                  <c:v>132.1070927479</c:v>
                </c:pt>
                <c:pt idx="318">
                  <c:v>133.78936557395514</c:v>
                </c:pt>
                <c:pt idx="319">
                  <c:v>135.41568054221264</c:v>
                </c:pt>
                <c:pt idx="320">
                  <c:v>137.24612249789848</c:v>
                </c:pt>
                <c:pt idx="321">
                  <c:v>141.37493504480136</c:v>
                </c:pt>
                <c:pt idx="322">
                  <c:v>141.90689464517919</c:v>
                </c:pt>
                <c:pt idx="323">
                  <c:v>147.77236900420237</c:v>
                </c:pt>
                <c:pt idx="324">
                  <c:v>150.07336024771806</c:v>
                </c:pt>
                <c:pt idx="325">
                  <c:v>149.31855447753406</c:v>
                </c:pt>
                <c:pt idx="326">
                  <c:v>148.93131444493653</c:v>
                </c:pt>
                <c:pt idx="327">
                  <c:v>149.35901296482518</c:v>
                </c:pt>
                <c:pt idx="328">
                  <c:v>149.58021732144343</c:v>
                </c:pt>
                <c:pt idx="329">
                  <c:v>148.80274761475627</c:v>
                </c:pt>
                <c:pt idx="330">
                  <c:v>151.78734168664482</c:v>
                </c:pt>
                <c:pt idx="331">
                  <c:v>152.05884819093023</c:v>
                </c:pt>
                <c:pt idx="332">
                  <c:v>152.64600113419635</c:v>
                </c:pt>
                <c:pt idx="333">
                  <c:v>154.37001770367834</c:v>
                </c:pt>
                <c:pt idx="334">
                  <c:v>157.14561452587799</c:v>
                </c:pt>
                <c:pt idx="335">
                  <c:v>158.19846502848637</c:v>
                </c:pt>
                <c:pt idx="336">
                  <c:v>156.24284591524662</c:v>
                </c:pt>
                <c:pt idx="337">
                  <c:v>156.8242506537369</c:v>
                </c:pt>
                <c:pt idx="338">
                  <c:v>157.21879763608172</c:v>
                </c:pt>
                <c:pt idx="339">
                  <c:v>156.71177546561833</c:v>
                </c:pt>
                <c:pt idx="340">
                  <c:v>153.77384391997191</c:v>
                </c:pt>
                <c:pt idx="341">
                  <c:v>156.70603071271856</c:v>
                </c:pt>
                <c:pt idx="342">
                  <c:v>154.64955096065208</c:v>
                </c:pt>
                <c:pt idx="343">
                  <c:v>157.46537956519552</c:v>
                </c:pt>
                <c:pt idx="344">
                  <c:v>158.36241277640411</c:v>
                </c:pt>
                <c:pt idx="345">
                  <c:v>162.87471047609563</c:v>
                </c:pt>
                <c:pt idx="346">
                  <c:v>160.73855827338423</c:v>
                </c:pt>
                <c:pt idx="347">
                  <c:v>161.42392006866703</c:v>
                </c:pt>
                <c:pt idx="348">
                  <c:v>159.18786308695942</c:v>
                </c:pt>
                <c:pt idx="349">
                  <c:v>159.26612625740935</c:v>
                </c:pt>
                <c:pt idx="350">
                  <c:v>159.99926598203655</c:v>
                </c:pt>
                <c:pt idx="351">
                  <c:v>158.83142453739995</c:v>
                </c:pt>
                <c:pt idx="352">
                  <c:v>157.23161400822289</c:v>
                </c:pt>
                <c:pt idx="353">
                  <c:v>160.10633672866751</c:v>
                </c:pt>
                <c:pt idx="354">
                  <c:v>161.92741496789264</c:v>
                </c:pt>
                <c:pt idx="355">
                  <c:v>165.84189427521369</c:v>
                </c:pt>
                <c:pt idx="356">
                  <c:v>166.86387831782</c:v>
                </c:pt>
                <c:pt idx="357">
                  <c:v>166.86263254907078</c:v>
                </c:pt>
                <c:pt idx="358">
                  <c:v>168.47737930861427</c:v>
                </c:pt>
                <c:pt idx="359">
                  <c:v>167.87176280550187</c:v>
                </c:pt>
                <c:pt idx="360">
                  <c:v>169.63255017379919</c:v>
                </c:pt>
                <c:pt idx="361">
                  <c:v>163.91440638751595</c:v>
                </c:pt>
                <c:pt idx="362">
                  <c:v>165.65018613798006</c:v>
                </c:pt>
                <c:pt idx="363">
                  <c:v>166.81852987478118</c:v>
                </c:pt>
                <c:pt idx="364">
                  <c:v>169.21407070901847</c:v>
                </c:pt>
                <c:pt idx="365">
                  <c:v>170.58092784288269</c:v>
                </c:pt>
                <c:pt idx="366">
                  <c:v>174.28452454893204</c:v>
                </c:pt>
                <c:pt idx="367">
                  <c:v>178.40592316904593</c:v>
                </c:pt>
                <c:pt idx="368">
                  <c:v>176.06780723604854</c:v>
                </c:pt>
                <c:pt idx="369">
                  <c:v>174.58982635244976</c:v>
                </c:pt>
                <c:pt idx="370">
                  <c:v>179.54522738013299</c:v>
                </c:pt>
                <c:pt idx="371">
                  <c:v>183.94346657735818</c:v>
                </c:pt>
                <c:pt idx="372">
                  <c:v>178.27309704049085</c:v>
                </c:pt>
                <c:pt idx="373">
                  <c:v>172.72856215646038</c:v>
                </c:pt>
                <c:pt idx="374">
                  <c:v>173.95907488082437</c:v>
                </c:pt>
                <c:pt idx="375">
                  <c:v>172.70781233571384</c:v>
                </c:pt>
                <c:pt idx="376">
                  <c:v>176.98262245931579</c:v>
                </c:pt>
                <c:pt idx="377">
                  <c:v>175.72100069660411</c:v>
                </c:pt>
                <c:pt idx="378">
                  <c:v>173.61156659044599</c:v>
                </c:pt>
                <c:pt idx="379">
                  <c:v>170.34809022822446</c:v>
                </c:pt>
                <c:pt idx="380">
                  <c:v>168.99363683671348</c:v>
                </c:pt>
                <c:pt idx="381">
                  <c:v>170.10102248065533</c:v>
                </c:pt>
                <c:pt idx="382">
                  <c:v>163.58505453793285</c:v>
                </c:pt>
                <c:pt idx="383">
                  <c:v>161.61253611423621</c:v>
                </c:pt>
                <c:pt idx="384">
                  <c:v>153.76941188697234</c:v>
                </c:pt>
                <c:pt idx="385">
                  <c:v>155.72831746528911</c:v>
                </c:pt>
                <c:pt idx="386">
                  <c:v>159.92294595857456</c:v>
                </c:pt>
                <c:pt idx="387">
                  <c:v>163.88356986238765</c:v>
                </c:pt>
                <c:pt idx="388">
                  <c:v>159.63495416886411</c:v>
                </c:pt>
                <c:pt idx="389">
                  <c:v>148.23288685715985</c:v>
                </c:pt>
                <c:pt idx="390">
                  <c:v>145.91949828082312</c:v>
                </c:pt>
                <c:pt idx="391">
                  <c:v>147.73121623045324</c:v>
                </c:pt>
                <c:pt idx="392">
                  <c:v>149.24699365551669</c:v>
                </c:pt>
                <c:pt idx="393">
                  <c:v>141.58924357962826</c:v>
                </c:pt>
                <c:pt idx="394">
                  <c:v>148.74826993569872</c:v>
                </c:pt>
                <c:pt idx="395">
                  <c:v>150.69711190442564</c:v>
                </c:pt>
                <c:pt idx="396">
                  <c:v>152.84667014281189</c:v>
                </c:pt>
                <c:pt idx="397">
                  <c:v>156.5179345316221</c:v>
                </c:pt>
                <c:pt idx="398">
                  <c:v>160.18477797967014</c:v>
                </c:pt>
                <c:pt idx="399">
                  <c:v>154.39055053307328</c:v>
                </c:pt>
                <c:pt idx="400">
                  <c:v>147.28658257378885</c:v>
                </c:pt>
                <c:pt idx="401">
                  <c:v>150.70863695329024</c:v>
                </c:pt>
                <c:pt idx="402">
                  <c:v>152.37674087070573</c:v>
                </c:pt>
                <c:pt idx="403">
                  <c:v>147.90626272652759</c:v>
                </c:pt>
                <c:pt idx="404">
                  <c:v>143.28685115644856</c:v>
                </c:pt>
                <c:pt idx="405">
                  <c:v>144.09527261755809</c:v>
                </c:pt>
                <c:pt idx="406">
                  <c:v>141.61905062642742</c:v>
                </c:pt>
                <c:pt idx="407">
                  <c:v>141.00674173451952</c:v>
                </c:pt>
                <c:pt idx="408">
                  <c:v>145.67276443708229</c:v>
                </c:pt>
                <c:pt idx="409">
                  <c:v>144.9177737741399</c:v>
                </c:pt>
                <c:pt idx="410">
                  <c:v>152.67845239030817</c:v>
                </c:pt>
                <c:pt idx="411">
                  <c:v>153.02993624932819</c:v>
                </c:pt>
                <c:pt idx="412">
                  <c:v>156.589519435987</c:v>
                </c:pt>
                <c:pt idx="413">
                  <c:v>155.69485985971062</c:v>
                </c:pt>
                <c:pt idx="414">
                  <c:v>151.33570866970751</c:v>
                </c:pt>
                <c:pt idx="415">
                  <c:v>146.97512873139053</c:v>
                </c:pt>
                <c:pt idx="416">
                  <c:v>146.46258411816234</c:v>
                </c:pt>
                <c:pt idx="417">
                  <c:v>147.6967508245227</c:v>
                </c:pt>
                <c:pt idx="418">
                  <c:v>147.96856112603922</c:v>
                </c:pt>
                <c:pt idx="419">
                  <c:v>153.52084146171177</c:v>
                </c:pt>
                <c:pt idx="420">
                  <c:v>154.13322296544601</c:v>
                </c:pt>
                <c:pt idx="421">
                  <c:v>158.53079895297506</c:v>
                </c:pt>
                <c:pt idx="422">
                  <c:v>160.90588868963943</c:v>
                </c:pt>
                <c:pt idx="423">
                  <c:v>161.20124661030184</c:v>
                </c:pt>
                <c:pt idx="424">
                  <c:v>161.84069190747462</c:v>
                </c:pt>
                <c:pt idx="425">
                  <c:v>157.95493754639563</c:v>
                </c:pt>
                <c:pt idx="426">
                  <c:v>157.34100960079397</c:v>
                </c:pt>
                <c:pt idx="427">
                  <c:v>153.39970113871072</c:v>
                </c:pt>
                <c:pt idx="428">
                  <c:v>145.63190056716985</c:v>
                </c:pt>
                <c:pt idx="429">
                  <c:v>143.36338538754123</c:v>
                </c:pt>
                <c:pt idx="430">
                  <c:v>146.80226345865876</c:v>
                </c:pt>
                <c:pt idx="431">
                  <c:v>147.54843737251488</c:v>
                </c:pt>
                <c:pt idx="432">
                  <c:v>149.79819045475691</c:v>
                </c:pt>
                <c:pt idx="433">
                  <c:v>152.75442677106878</c:v>
                </c:pt>
                <c:pt idx="434">
                  <c:v>151.14960350589095</c:v>
                </c:pt>
                <c:pt idx="435">
                  <c:v>147.02201318022134</c:v>
                </c:pt>
                <c:pt idx="436">
                  <c:v>149.1795160349202</c:v>
                </c:pt>
                <c:pt idx="437">
                  <c:v>149.39809737125785</c:v>
                </c:pt>
                <c:pt idx="438">
                  <c:v>145.61822291183202</c:v>
                </c:pt>
                <c:pt idx="439">
                  <c:v>143.97182164976135</c:v>
                </c:pt>
                <c:pt idx="440">
                  <c:v>146.95130433497593</c:v>
                </c:pt>
                <c:pt idx="441">
                  <c:v>149.21040826011182</c:v>
                </c:pt>
                <c:pt idx="442">
                  <c:v>144.44123767396454</c:v>
                </c:pt>
                <c:pt idx="443">
                  <c:v>147.48960475862356</c:v>
                </c:pt>
                <c:pt idx="444">
                  <c:v>146.3771248489237</c:v>
                </c:pt>
                <c:pt idx="445">
                  <c:v>149.8037514419986</c:v>
                </c:pt>
                <c:pt idx="446">
                  <c:v>153.49381816483069</c:v>
                </c:pt>
                <c:pt idx="447">
                  <c:v>153.52474669200708</c:v>
                </c:pt>
                <c:pt idx="448">
                  <c:v>150.37219181404174</c:v>
                </c:pt>
                <c:pt idx="449">
                  <c:v>151.7228786285269</c:v>
                </c:pt>
                <c:pt idx="450">
                  <c:v>146.68909063797267</c:v>
                </c:pt>
                <c:pt idx="451">
                  <c:v>144.49752802984386</c:v>
                </c:pt>
                <c:pt idx="452">
                  <c:v>146.53611561481992</c:v>
                </c:pt>
                <c:pt idx="453">
                  <c:v>145.55037663897122</c:v>
                </c:pt>
                <c:pt idx="454">
                  <c:v>150.35736237092419</c:v>
                </c:pt>
                <c:pt idx="455">
                  <c:v>146.52059913533864</c:v>
                </c:pt>
                <c:pt idx="456">
                  <c:v>143.69001464830373</c:v>
                </c:pt>
                <c:pt idx="457">
                  <c:v>139.43502642368961</c:v>
                </c:pt>
                <c:pt idx="458">
                  <c:v>142.12545990711249</c:v>
                </c:pt>
                <c:pt idx="459">
                  <c:v>138.76323708142371</c:v>
                </c:pt>
                <c:pt idx="460">
                  <c:v>134.90862098585555</c:v>
                </c:pt>
                <c:pt idx="461">
                  <c:v>140.74481166689526</c:v>
                </c:pt>
                <c:pt idx="462">
                  <c:v>142.24997384909329</c:v>
                </c:pt>
                <c:pt idx="463">
                  <c:v>146.67609782871725</c:v>
                </c:pt>
                <c:pt idx="464">
                  <c:v>146.40252681749115</c:v>
                </c:pt>
                <c:pt idx="465">
                  <c:v>148.56572417600728</c:v>
                </c:pt>
                <c:pt idx="466">
                  <c:v>150.35340868290609</c:v>
                </c:pt>
                <c:pt idx="467">
                  <c:v>158.15001820972208</c:v>
                </c:pt>
                <c:pt idx="468">
                  <c:v>159.78291186734472</c:v>
                </c:pt>
                <c:pt idx="469">
                  <c:v>161.33612081246272</c:v>
                </c:pt>
                <c:pt idx="470">
                  <c:v>160.02408778670534</c:v>
                </c:pt>
                <c:pt idx="471">
                  <c:v>157.93593554440616</c:v>
                </c:pt>
                <c:pt idx="472">
                  <c:v>156.29044407484409</c:v>
                </c:pt>
                <c:pt idx="473">
                  <c:v>160.11777416484637</c:v>
                </c:pt>
                <c:pt idx="474">
                  <c:v>158.5650614596083</c:v>
                </c:pt>
                <c:pt idx="475">
                  <c:v>158.14638823751918</c:v>
                </c:pt>
                <c:pt idx="476">
                  <c:v>162.58014617263777</c:v>
                </c:pt>
                <c:pt idx="477">
                  <c:v>163.74423899938358</c:v>
                </c:pt>
                <c:pt idx="478">
                  <c:v>163.94901669666945</c:v>
                </c:pt>
                <c:pt idx="479">
                  <c:v>166.84301583747913</c:v>
                </c:pt>
                <c:pt idx="480">
                  <c:v>166.98661938541693</c:v>
                </c:pt>
                <c:pt idx="481">
                  <c:v>169.70245495804141</c:v>
                </c:pt>
                <c:pt idx="482">
                  <c:v>170.96132992711418</c:v>
                </c:pt>
                <c:pt idx="483">
                  <c:v>167.53248733404442</c:v>
                </c:pt>
                <c:pt idx="484">
                  <c:v>165.76183327429192</c:v>
                </c:pt>
                <c:pt idx="485">
                  <c:v>162.08800943248551</c:v>
                </c:pt>
                <c:pt idx="486">
                  <c:v>163.55892513395989</c:v>
                </c:pt>
                <c:pt idx="487">
                  <c:v>164.41275757198659</c:v>
                </c:pt>
                <c:pt idx="488">
                  <c:v>169.88816208995098</c:v>
                </c:pt>
                <c:pt idx="489">
                  <c:v>170.89560401679168</c:v>
                </c:pt>
                <c:pt idx="490">
                  <c:v>169.5374509013526</c:v>
                </c:pt>
                <c:pt idx="491">
                  <c:v>168.50137800268479</c:v>
                </c:pt>
                <c:pt idx="492">
                  <c:v>168.41307299062365</c:v>
                </c:pt>
                <c:pt idx="493">
                  <c:v>164.1441268973204</c:v>
                </c:pt>
                <c:pt idx="494">
                  <c:v>162.65813418675435</c:v>
                </c:pt>
                <c:pt idx="495">
                  <c:v>165.70221407153858</c:v>
                </c:pt>
                <c:pt idx="496">
                  <c:v>167.72927571760445</c:v>
                </c:pt>
                <c:pt idx="497">
                  <c:v>170.44750414827482</c:v>
                </c:pt>
                <c:pt idx="498">
                  <c:v>172.75981769087838</c:v>
                </c:pt>
                <c:pt idx="499">
                  <c:v>172.80048076186728</c:v>
                </c:pt>
                <c:pt idx="500">
                  <c:v>173.4296323610977</c:v>
                </c:pt>
                <c:pt idx="501">
                  <c:v>168.23079121518694</c:v>
                </c:pt>
                <c:pt idx="502">
                  <c:v>173.90448213758367</c:v>
                </c:pt>
                <c:pt idx="503">
                  <c:v>175.74861358988227</c:v>
                </c:pt>
                <c:pt idx="504">
                  <c:v>180.46644075705208</c:v>
                </c:pt>
                <c:pt idx="505">
                  <c:v>182.66550782651299</c:v>
                </c:pt>
                <c:pt idx="506">
                  <c:v>187.60055077794578</c:v>
                </c:pt>
                <c:pt idx="507">
                  <c:v>192.39435931922344</c:v>
                </c:pt>
                <c:pt idx="508">
                  <c:v>193.60986591321029</c:v>
                </c:pt>
                <c:pt idx="509">
                  <c:v>191.95747587751961</c:v>
                </c:pt>
                <c:pt idx="510">
                  <c:v>192.64764069554062</c:v>
                </c:pt>
                <c:pt idx="511">
                  <c:v>196.45298769944444</c:v>
                </c:pt>
                <c:pt idx="512">
                  <c:v>195.48483018555081</c:v>
                </c:pt>
                <c:pt idx="513">
                  <c:v>192.67295367785749</c:v>
                </c:pt>
                <c:pt idx="514">
                  <c:v>201.3016480626041</c:v>
                </c:pt>
                <c:pt idx="515">
                  <c:v>203.88716177722262</c:v>
                </c:pt>
                <c:pt idx="516">
                  <c:v>204.86583084723159</c:v>
                </c:pt>
                <c:pt idx="517">
                  <c:v>206.70872563031651</c:v>
                </c:pt>
                <c:pt idx="518">
                  <c:v>206.1918442334669</c:v>
                </c:pt>
                <c:pt idx="519">
                  <c:v>205.61953743002468</c:v>
                </c:pt>
                <c:pt idx="520">
                  <c:v>200.68317871360549</c:v>
                </c:pt>
                <c:pt idx="521">
                  <c:v>203.53294338112107</c:v>
                </c:pt>
                <c:pt idx="522">
                  <c:v>202.62983788338096</c:v>
                </c:pt>
                <c:pt idx="523">
                  <c:v>204.01852216671386</c:v>
                </c:pt>
                <c:pt idx="524">
                  <c:v>203.97853899803468</c:v>
                </c:pt>
                <c:pt idx="525">
                  <c:v>206.33551001363989</c:v>
                </c:pt>
                <c:pt idx="526">
                  <c:v>208.85610946460562</c:v>
                </c:pt>
                <c:pt idx="527">
                  <c:v>203.87618068319364</c:v>
                </c:pt>
                <c:pt idx="528">
                  <c:v>202.97019577563339</c:v>
                </c:pt>
                <c:pt idx="529">
                  <c:v>204.67541617379288</c:v>
                </c:pt>
                <c:pt idx="530">
                  <c:v>203.30198193534855</c:v>
                </c:pt>
                <c:pt idx="531">
                  <c:v>195.22174884340234</c:v>
                </c:pt>
                <c:pt idx="532">
                  <c:v>190.16658597589509</c:v>
                </c:pt>
                <c:pt idx="533">
                  <c:v>197.5886733694808</c:v>
                </c:pt>
                <c:pt idx="534">
                  <c:v>199.76333737630756</c:v>
                </c:pt>
                <c:pt idx="535">
                  <c:v>194.62534704063359</c:v>
                </c:pt>
                <c:pt idx="536">
                  <c:v>181.35359886420068</c:v>
                </c:pt>
                <c:pt idx="537">
                  <c:v>189.18442813194872</c:v>
                </c:pt>
                <c:pt idx="538">
                  <c:v>195.3603113124154</c:v>
                </c:pt>
                <c:pt idx="539">
                  <c:v>199.56060364448032</c:v>
                </c:pt>
                <c:pt idx="540">
                  <c:v>203.18321186694033</c:v>
                </c:pt>
                <c:pt idx="541">
                  <c:v>210.18030101637729</c:v>
                </c:pt>
                <c:pt idx="542">
                  <c:v>209.30096302292654</c:v>
                </c:pt>
                <c:pt idx="543">
                  <c:v>212.55459123589756</c:v>
                </c:pt>
                <c:pt idx="544">
                  <c:v>212.62638565937613</c:v>
                </c:pt>
                <c:pt idx="545">
                  <c:v>213.64689004069504</c:v>
                </c:pt>
                <c:pt idx="546">
                  <c:v>213.08227999577224</c:v>
                </c:pt>
                <c:pt idx="547">
                  <c:v>218.09676183987463</c:v>
                </c:pt>
                <c:pt idx="548">
                  <c:v>220.48351898746242</c:v>
                </c:pt>
                <c:pt idx="549">
                  <c:v>220.82781268769594</c:v>
                </c:pt>
                <c:pt idx="550">
                  <c:v>223.59163874517975</c:v>
                </c:pt>
                <c:pt idx="551">
                  <c:v>223.66551741237467</c:v>
                </c:pt>
                <c:pt idx="552">
                  <c:v>222.38458451458962</c:v>
                </c:pt>
                <c:pt idx="553">
                  <c:v>221.10570461850139</c:v>
                </c:pt>
                <c:pt idx="554">
                  <c:v>225.75317185400863</c:v>
                </c:pt>
                <c:pt idx="555">
                  <c:v>225.30976608807438</c:v>
                </c:pt>
                <c:pt idx="556">
                  <c:v>230.19375549530741</c:v>
                </c:pt>
                <c:pt idx="557">
                  <c:v>234.91550850841344</c:v>
                </c:pt>
                <c:pt idx="558">
                  <c:v>239.4138302209235</c:v>
                </c:pt>
                <c:pt idx="559">
                  <c:v>240.89268849775488</c:v>
                </c:pt>
                <c:pt idx="560">
                  <c:v>241.70784215806293</c:v>
                </c:pt>
                <c:pt idx="561">
                  <c:v>243.94968343107823</c:v>
                </c:pt>
                <c:pt idx="562">
                  <c:v>244.40595497921629</c:v>
                </c:pt>
                <c:pt idx="563">
                  <c:v>243.78667537669958</c:v>
                </c:pt>
                <c:pt idx="564">
                  <c:v>246.84022916412979</c:v>
                </c:pt>
                <c:pt idx="565">
                  <c:v>248.17538411381645</c:v>
                </c:pt>
                <c:pt idx="566">
                  <c:v>250.79931974432202</c:v>
                </c:pt>
                <c:pt idx="567">
                  <c:v>252.79008481951928</c:v>
                </c:pt>
                <c:pt idx="568">
                  <c:v>251.23750003817068</c:v>
                </c:pt>
                <c:pt idx="569">
                  <c:v>259.26416504006789</c:v>
                </c:pt>
                <c:pt idx="570">
                  <c:v>264.36785836102348</c:v>
                </c:pt>
                <c:pt idx="571">
                  <c:v>268.75143721071316</c:v>
                </c:pt>
                <c:pt idx="572">
                  <c:v>268.46964109094944</c:v>
                </c:pt>
                <c:pt idx="573">
                  <c:v>271.8793420446375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5C-46CC-A7CB-3FC34F027E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Materiales</c:v>
                </c:pt>
              </c:strCache>
            </c:strRef>
          </c:tx>
          <c:spPr>
            <a:ln w="25400" cap="flat">
              <a:solidFill>
                <a:srgbClr val="C982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Sheet1!$A$2:$A$575</c:f>
              <c:strCache>
                <c:ptCount val="574"/>
                <c:pt idx="0">
                  <c:v>2015-01</c:v>
                </c:pt>
                <c:pt idx="1">
                  <c:v>2015-01</c:v>
                </c:pt>
                <c:pt idx="2">
                  <c:v>2015-01</c:v>
                </c:pt>
                <c:pt idx="3">
                  <c:v>2015-01</c:v>
                </c:pt>
                <c:pt idx="4">
                  <c:v>2015-01</c:v>
                </c:pt>
                <c:pt idx="5">
                  <c:v>2015-02</c:v>
                </c:pt>
                <c:pt idx="6">
                  <c:v>2015-02</c:v>
                </c:pt>
                <c:pt idx="7">
                  <c:v>2015-02</c:v>
                </c:pt>
                <c:pt idx="8">
                  <c:v>2015-02</c:v>
                </c:pt>
                <c:pt idx="9">
                  <c:v>2015-03</c:v>
                </c:pt>
                <c:pt idx="10">
                  <c:v>2015-03</c:v>
                </c:pt>
                <c:pt idx="11">
                  <c:v>2015-03</c:v>
                </c:pt>
                <c:pt idx="12">
                  <c:v>2015-03</c:v>
                </c:pt>
                <c:pt idx="13">
                  <c:v>2015-04</c:v>
                </c:pt>
                <c:pt idx="14">
                  <c:v>2015-04</c:v>
                </c:pt>
                <c:pt idx="15">
                  <c:v>2015-04</c:v>
                </c:pt>
                <c:pt idx="16">
                  <c:v>2015-04</c:v>
                </c:pt>
                <c:pt idx="17">
                  <c:v>2015-04</c:v>
                </c:pt>
                <c:pt idx="18">
                  <c:v>2015-05</c:v>
                </c:pt>
                <c:pt idx="19">
                  <c:v>2015-05</c:v>
                </c:pt>
                <c:pt idx="20">
                  <c:v>2015-05</c:v>
                </c:pt>
                <c:pt idx="21">
                  <c:v>2015-05</c:v>
                </c:pt>
                <c:pt idx="22">
                  <c:v>2015-06</c:v>
                </c:pt>
                <c:pt idx="23">
                  <c:v>2015-06</c:v>
                </c:pt>
                <c:pt idx="24">
                  <c:v>2015-06</c:v>
                </c:pt>
                <c:pt idx="25">
                  <c:v>2015-06</c:v>
                </c:pt>
                <c:pt idx="26">
                  <c:v>2015-07</c:v>
                </c:pt>
                <c:pt idx="27">
                  <c:v>2015-07</c:v>
                </c:pt>
                <c:pt idx="28">
                  <c:v>2015-07</c:v>
                </c:pt>
                <c:pt idx="29">
                  <c:v>2015-07</c:v>
                </c:pt>
                <c:pt idx="30">
                  <c:v>2015-07</c:v>
                </c:pt>
                <c:pt idx="31">
                  <c:v>2015-08</c:v>
                </c:pt>
                <c:pt idx="32">
                  <c:v>2015-08</c:v>
                </c:pt>
                <c:pt idx="33">
                  <c:v>2015-08</c:v>
                </c:pt>
                <c:pt idx="34">
                  <c:v>2015-08</c:v>
                </c:pt>
                <c:pt idx="35">
                  <c:v>2015-09</c:v>
                </c:pt>
                <c:pt idx="36">
                  <c:v>2015-09</c:v>
                </c:pt>
                <c:pt idx="37">
                  <c:v>2015-09</c:v>
                </c:pt>
                <c:pt idx="38">
                  <c:v>2015-09</c:v>
                </c:pt>
                <c:pt idx="39">
                  <c:v>2015-10</c:v>
                </c:pt>
                <c:pt idx="40">
                  <c:v>2015-10</c:v>
                </c:pt>
                <c:pt idx="41">
                  <c:v>2015-10</c:v>
                </c:pt>
                <c:pt idx="42">
                  <c:v>2015-10</c:v>
                </c:pt>
                <c:pt idx="43">
                  <c:v>2015-10</c:v>
                </c:pt>
                <c:pt idx="44">
                  <c:v>2015-11</c:v>
                </c:pt>
                <c:pt idx="45">
                  <c:v>2015-11</c:v>
                </c:pt>
                <c:pt idx="46">
                  <c:v>2015-11</c:v>
                </c:pt>
                <c:pt idx="47">
                  <c:v>2015-11</c:v>
                </c:pt>
                <c:pt idx="48">
                  <c:v>2015-12</c:v>
                </c:pt>
                <c:pt idx="49">
                  <c:v>2015-12</c:v>
                </c:pt>
                <c:pt idx="50">
                  <c:v>2015-12</c:v>
                </c:pt>
                <c:pt idx="51">
                  <c:v>2015-12</c:v>
                </c:pt>
                <c:pt idx="52">
                  <c:v>2015-12</c:v>
                </c:pt>
                <c:pt idx="53">
                  <c:v>2016-01</c:v>
                </c:pt>
                <c:pt idx="54">
                  <c:v>2016-01</c:v>
                </c:pt>
                <c:pt idx="55">
                  <c:v>2016-01</c:v>
                </c:pt>
                <c:pt idx="56">
                  <c:v>2016-01</c:v>
                </c:pt>
                <c:pt idx="57">
                  <c:v>2016-02</c:v>
                </c:pt>
                <c:pt idx="58">
                  <c:v>2016-02</c:v>
                </c:pt>
                <c:pt idx="59">
                  <c:v>2016-02</c:v>
                </c:pt>
                <c:pt idx="60">
                  <c:v>2016-02</c:v>
                </c:pt>
                <c:pt idx="61">
                  <c:v>2016-03</c:v>
                </c:pt>
                <c:pt idx="62">
                  <c:v>2016-03</c:v>
                </c:pt>
                <c:pt idx="63">
                  <c:v>2016-03</c:v>
                </c:pt>
                <c:pt idx="64">
                  <c:v>2016-03</c:v>
                </c:pt>
                <c:pt idx="65">
                  <c:v>2016-03</c:v>
                </c:pt>
                <c:pt idx="66">
                  <c:v>2016-04</c:v>
                </c:pt>
                <c:pt idx="67">
                  <c:v>2016-04</c:v>
                </c:pt>
                <c:pt idx="68">
                  <c:v>2016-04</c:v>
                </c:pt>
                <c:pt idx="69">
                  <c:v>2016-04</c:v>
                </c:pt>
                <c:pt idx="70">
                  <c:v>2016-05</c:v>
                </c:pt>
                <c:pt idx="71">
                  <c:v>2016-05</c:v>
                </c:pt>
                <c:pt idx="72">
                  <c:v>2016-05</c:v>
                </c:pt>
                <c:pt idx="73">
                  <c:v>2016-05</c:v>
                </c:pt>
                <c:pt idx="74">
                  <c:v>2016-06</c:v>
                </c:pt>
                <c:pt idx="75">
                  <c:v>2016-06</c:v>
                </c:pt>
                <c:pt idx="76">
                  <c:v>2016-06</c:v>
                </c:pt>
                <c:pt idx="77">
                  <c:v>2016-06</c:v>
                </c:pt>
                <c:pt idx="78">
                  <c:v>2016-06</c:v>
                </c:pt>
                <c:pt idx="79">
                  <c:v>2016-07</c:v>
                </c:pt>
                <c:pt idx="80">
                  <c:v>2016-07</c:v>
                </c:pt>
                <c:pt idx="81">
                  <c:v>2016-07</c:v>
                </c:pt>
                <c:pt idx="82">
                  <c:v>2016-07</c:v>
                </c:pt>
                <c:pt idx="83">
                  <c:v>2016-08</c:v>
                </c:pt>
                <c:pt idx="84">
                  <c:v>2016-08</c:v>
                </c:pt>
                <c:pt idx="85">
                  <c:v>2016-08</c:v>
                </c:pt>
                <c:pt idx="86">
                  <c:v>2016-08</c:v>
                </c:pt>
                <c:pt idx="87">
                  <c:v>2016-09</c:v>
                </c:pt>
                <c:pt idx="88">
                  <c:v>2016-09</c:v>
                </c:pt>
                <c:pt idx="89">
                  <c:v>2016-09</c:v>
                </c:pt>
                <c:pt idx="90">
                  <c:v>2016-09</c:v>
                </c:pt>
                <c:pt idx="91">
                  <c:v>2016-09</c:v>
                </c:pt>
                <c:pt idx="92">
                  <c:v>2016-10</c:v>
                </c:pt>
                <c:pt idx="93">
                  <c:v>2016-10</c:v>
                </c:pt>
                <c:pt idx="94">
                  <c:v>2016-10</c:v>
                </c:pt>
                <c:pt idx="95">
                  <c:v>2016-10</c:v>
                </c:pt>
                <c:pt idx="96">
                  <c:v>2016-11</c:v>
                </c:pt>
                <c:pt idx="97">
                  <c:v>2016-11</c:v>
                </c:pt>
                <c:pt idx="98">
                  <c:v>2016-11</c:v>
                </c:pt>
                <c:pt idx="99">
                  <c:v>2016-11</c:v>
                </c:pt>
                <c:pt idx="100">
                  <c:v>2016-12</c:v>
                </c:pt>
                <c:pt idx="101">
                  <c:v>2016-12</c:v>
                </c:pt>
                <c:pt idx="102">
                  <c:v>2016-12</c:v>
                </c:pt>
                <c:pt idx="103">
                  <c:v>2016-12</c:v>
                </c:pt>
                <c:pt idx="104">
                  <c:v>2016-12</c:v>
                </c:pt>
                <c:pt idx="105">
                  <c:v>2017-01</c:v>
                </c:pt>
                <c:pt idx="106">
                  <c:v>2017-01</c:v>
                </c:pt>
                <c:pt idx="107">
                  <c:v>2017-01</c:v>
                </c:pt>
                <c:pt idx="108">
                  <c:v>2017-01</c:v>
                </c:pt>
                <c:pt idx="109">
                  <c:v>2017-02</c:v>
                </c:pt>
                <c:pt idx="110">
                  <c:v>2017-02</c:v>
                </c:pt>
                <c:pt idx="111">
                  <c:v>2017-02</c:v>
                </c:pt>
                <c:pt idx="112">
                  <c:v>2017-02</c:v>
                </c:pt>
                <c:pt idx="113">
                  <c:v>2017-03</c:v>
                </c:pt>
                <c:pt idx="114">
                  <c:v>2017-03</c:v>
                </c:pt>
                <c:pt idx="115">
                  <c:v>2017-03</c:v>
                </c:pt>
                <c:pt idx="116">
                  <c:v>2017-03</c:v>
                </c:pt>
                <c:pt idx="117">
                  <c:v>2017-03</c:v>
                </c:pt>
                <c:pt idx="118">
                  <c:v>2017-04</c:v>
                </c:pt>
                <c:pt idx="119">
                  <c:v>2017-04</c:v>
                </c:pt>
                <c:pt idx="120">
                  <c:v>2017-04</c:v>
                </c:pt>
                <c:pt idx="121">
                  <c:v>2017-04</c:v>
                </c:pt>
                <c:pt idx="122">
                  <c:v>2017-05</c:v>
                </c:pt>
                <c:pt idx="123">
                  <c:v>2017-05</c:v>
                </c:pt>
                <c:pt idx="124">
                  <c:v>2017-05</c:v>
                </c:pt>
                <c:pt idx="125">
                  <c:v>2017-05</c:v>
                </c:pt>
                <c:pt idx="126">
                  <c:v>2017-06</c:v>
                </c:pt>
                <c:pt idx="127">
                  <c:v>2017-06</c:v>
                </c:pt>
                <c:pt idx="128">
                  <c:v>2017-06</c:v>
                </c:pt>
                <c:pt idx="129">
                  <c:v>2017-06</c:v>
                </c:pt>
                <c:pt idx="130">
                  <c:v>2017-06</c:v>
                </c:pt>
                <c:pt idx="131">
                  <c:v>2017-07</c:v>
                </c:pt>
                <c:pt idx="132">
                  <c:v>2017-07</c:v>
                </c:pt>
                <c:pt idx="133">
                  <c:v>2017-07</c:v>
                </c:pt>
                <c:pt idx="134">
                  <c:v>2017-07</c:v>
                </c:pt>
                <c:pt idx="135">
                  <c:v>2017-08</c:v>
                </c:pt>
                <c:pt idx="136">
                  <c:v>2017-08</c:v>
                </c:pt>
                <c:pt idx="137">
                  <c:v>2017-08</c:v>
                </c:pt>
                <c:pt idx="138">
                  <c:v>2017-08</c:v>
                </c:pt>
                <c:pt idx="139">
                  <c:v>2017-08</c:v>
                </c:pt>
                <c:pt idx="140">
                  <c:v>2017-09</c:v>
                </c:pt>
                <c:pt idx="141">
                  <c:v>2017-09</c:v>
                </c:pt>
                <c:pt idx="142">
                  <c:v>2017-09</c:v>
                </c:pt>
                <c:pt idx="143">
                  <c:v>2017-09</c:v>
                </c:pt>
                <c:pt idx="144">
                  <c:v>2017-10</c:v>
                </c:pt>
                <c:pt idx="145">
                  <c:v>2017-10</c:v>
                </c:pt>
                <c:pt idx="146">
                  <c:v>2017-10</c:v>
                </c:pt>
                <c:pt idx="147">
                  <c:v>2017-10</c:v>
                </c:pt>
                <c:pt idx="148">
                  <c:v>2017-11</c:v>
                </c:pt>
                <c:pt idx="149">
                  <c:v>2017-11</c:v>
                </c:pt>
                <c:pt idx="150">
                  <c:v>2017-11</c:v>
                </c:pt>
                <c:pt idx="151">
                  <c:v>2017-11</c:v>
                </c:pt>
                <c:pt idx="152">
                  <c:v>2017-11</c:v>
                </c:pt>
                <c:pt idx="153">
                  <c:v>2017-12</c:v>
                </c:pt>
                <c:pt idx="154">
                  <c:v>2017-12</c:v>
                </c:pt>
                <c:pt idx="155">
                  <c:v>2017-12</c:v>
                </c:pt>
                <c:pt idx="156">
                  <c:v>2017-12</c:v>
                </c:pt>
                <c:pt idx="157">
                  <c:v>2018-01</c:v>
                </c:pt>
                <c:pt idx="158">
                  <c:v>2018-01</c:v>
                </c:pt>
                <c:pt idx="159">
                  <c:v>2018-01</c:v>
                </c:pt>
                <c:pt idx="160">
                  <c:v>2018-01</c:v>
                </c:pt>
                <c:pt idx="161">
                  <c:v>2018-02</c:v>
                </c:pt>
                <c:pt idx="162">
                  <c:v>2018-02</c:v>
                </c:pt>
                <c:pt idx="163">
                  <c:v>2018-02</c:v>
                </c:pt>
                <c:pt idx="164">
                  <c:v>2018-02</c:v>
                </c:pt>
                <c:pt idx="165">
                  <c:v>2018-03</c:v>
                </c:pt>
                <c:pt idx="166">
                  <c:v>2018-03</c:v>
                </c:pt>
                <c:pt idx="167">
                  <c:v>2018-03</c:v>
                </c:pt>
                <c:pt idx="168">
                  <c:v>2018-03</c:v>
                </c:pt>
                <c:pt idx="169">
                  <c:v>2018-03</c:v>
                </c:pt>
                <c:pt idx="170">
                  <c:v>2018-04</c:v>
                </c:pt>
                <c:pt idx="171">
                  <c:v>2018-04</c:v>
                </c:pt>
                <c:pt idx="172">
                  <c:v>2018-04</c:v>
                </c:pt>
                <c:pt idx="173">
                  <c:v>2018-04</c:v>
                </c:pt>
                <c:pt idx="174">
                  <c:v>2018-05</c:v>
                </c:pt>
                <c:pt idx="175">
                  <c:v>2018-05</c:v>
                </c:pt>
                <c:pt idx="176">
                  <c:v>2018-05</c:v>
                </c:pt>
                <c:pt idx="177">
                  <c:v>2018-05</c:v>
                </c:pt>
                <c:pt idx="178">
                  <c:v>2018-05</c:v>
                </c:pt>
                <c:pt idx="179">
                  <c:v>2018-06</c:v>
                </c:pt>
                <c:pt idx="180">
                  <c:v>2018-06</c:v>
                </c:pt>
                <c:pt idx="181">
                  <c:v>2018-06</c:v>
                </c:pt>
                <c:pt idx="182">
                  <c:v>2018-06</c:v>
                </c:pt>
                <c:pt idx="183">
                  <c:v>2018-07</c:v>
                </c:pt>
                <c:pt idx="184">
                  <c:v>2018-07</c:v>
                </c:pt>
                <c:pt idx="185">
                  <c:v>2018-07</c:v>
                </c:pt>
                <c:pt idx="186">
                  <c:v>2018-07</c:v>
                </c:pt>
                <c:pt idx="187">
                  <c:v>2018-08</c:v>
                </c:pt>
                <c:pt idx="188">
                  <c:v>2018-08</c:v>
                </c:pt>
                <c:pt idx="189">
                  <c:v>2018-08</c:v>
                </c:pt>
                <c:pt idx="190">
                  <c:v>2018-08</c:v>
                </c:pt>
                <c:pt idx="191">
                  <c:v>2018-08</c:v>
                </c:pt>
                <c:pt idx="192">
                  <c:v>2018-09</c:v>
                </c:pt>
                <c:pt idx="193">
                  <c:v>2018-09</c:v>
                </c:pt>
                <c:pt idx="194">
                  <c:v>2018-09</c:v>
                </c:pt>
                <c:pt idx="195">
                  <c:v>2018-09</c:v>
                </c:pt>
                <c:pt idx="196">
                  <c:v>2018-10</c:v>
                </c:pt>
                <c:pt idx="197">
                  <c:v>2018-10</c:v>
                </c:pt>
                <c:pt idx="198">
                  <c:v>2018-10</c:v>
                </c:pt>
                <c:pt idx="199">
                  <c:v>2018-10</c:v>
                </c:pt>
                <c:pt idx="200">
                  <c:v>2018-11</c:v>
                </c:pt>
                <c:pt idx="201">
                  <c:v>2018-11</c:v>
                </c:pt>
                <c:pt idx="202">
                  <c:v>2018-11</c:v>
                </c:pt>
                <c:pt idx="203">
                  <c:v>2018-11</c:v>
                </c:pt>
                <c:pt idx="204">
                  <c:v>2018-11</c:v>
                </c:pt>
                <c:pt idx="205">
                  <c:v>2018-12</c:v>
                </c:pt>
                <c:pt idx="206">
                  <c:v>2018-12</c:v>
                </c:pt>
                <c:pt idx="207">
                  <c:v>2018-12</c:v>
                </c:pt>
                <c:pt idx="208">
                  <c:v>2018-12</c:v>
                </c:pt>
                <c:pt idx="209">
                  <c:v>2019-01</c:v>
                </c:pt>
                <c:pt idx="210">
                  <c:v>2019-01</c:v>
                </c:pt>
                <c:pt idx="211">
                  <c:v>2019-01</c:v>
                </c:pt>
                <c:pt idx="212">
                  <c:v>2019-01</c:v>
                </c:pt>
                <c:pt idx="213">
                  <c:v>2019-01</c:v>
                </c:pt>
                <c:pt idx="214">
                  <c:v>2019-02</c:v>
                </c:pt>
                <c:pt idx="215">
                  <c:v>2019-02</c:v>
                </c:pt>
                <c:pt idx="216">
                  <c:v>2019-02</c:v>
                </c:pt>
                <c:pt idx="217">
                  <c:v>2019-02</c:v>
                </c:pt>
                <c:pt idx="218">
                  <c:v>2019-03</c:v>
                </c:pt>
                <c:pt idx="219">
                  <c:v>2019-03</c:v>
                </c:pt>
                <c:pt idx="220">
                  <c:v>2019-03</c:v>
                </c:pt>
                <c:pt idx="221">
                  <c:v>2019-03</c:v>
                </c:pt>
                <c:pt idx="222">
                  <c:v>2019-04</c:v>
                </c:pt>
                <c:pt idx="223">
                  <c:v>2019-04</c:v>
                </c:pt>
                <c:pt idx="224">
                  <c:v>2019-04</c:v>
                </c:pt>
                <c:pt idx="225">
                  <c:v>2019-04</c:v>
                </c:pt>
                <c:pt idx="226">
                  <c:v>2019-05</c:v>
                </c:pt>
                <c:pt idx="227">
                  <c:v>2019-05</c:v>
                </c:pt>
                <c:pt idx="228">
                  <c:v>2019-05</c:v>
                </c:pt>
                <c:pt idx="229">
                  <c:v>2019-05</c:v>
                </c:pt>
                <c:pt idx="230">
                  <c:v>2019-05</c:v>
                </c:pt>
                <c:pt idx="231">
                  <c:v>2019-06</c:v>
                </c:pt>
                <c:pt idx="232">
                  <c:v>2019-06</c:v>
                </c:pt>
                <c:pt idx="233">
                  <c:v>2019-06</c:v>
                </c:pt>
                <c:pt idx="234">
                  <c:v>2019-06</c:v>
                </c:pt>
                <c:pt idx="235">
                  <c:v>2019-07</c:v>
                </c:pt>
                <c:pt idx="236">
                  <c:v>2019-07</c:v>
                </c:pt>
                <c:pt idx="237">
                  <c:v>2019-07</c:v>
                </c:pt>
                <c:pt idx="238">
                  <c:v>2019-07</c:v>
                </c:pt>
                <c:pt idx="239">
                  <c:v>2019-08</c:v>
                </c:pt>
                <c:pt idx="240">
                  <c:v>2019-08</c:v>
                </c:pt>
                <c:pt idx="241">
                  <c:v>2019-08</c:v>
                </c:pt>
                <c:pt idx="242">
                  <c:v>2019-08</c:v>
                </c:pt>
                <c:pt idx="243">
                  <c:v>2019-08</c:v>
                </c:pt>
                <c:pt idx="244">
                  <c:v>2019-09</c:v>
                </c:pt>
                <c:pt idx="245">
                  <c:v>2019-09</c:v>
                </c:pt>
                <c:pt idx="246">
                  <c:v>2019-09</c:v>
                </c:pt>
                <c:pt idx="247">
                  <c:v>2019-09</c:v>
                </c:pt>
                <c:pt idx="248">
                  <c:v>2019-10</c:v>
                </c:pt>
                <c:pt idx="249">
                  <c:v>2019-10</c:v>
                </c:pt>
                <c:pt idx="250">
                  <c:v>2019-10</c:v>
                </c:pt>
                <c:pt idx="251">
                  <c:v>2019-10</c:v>
                </c:pt>
                <c:pt idx="252">
                  <c:v>2019-10</c:v>
                </c:pt>
                <c:pt idx="253">
                  <c:v>2019-11</c:v>
                </c:pt>
                <c:pt idx="254">
                  <c:v>2019-11</c:v>
                </c:pt>
                <c:pt idx="255">
                  <c:v>2019-11</c:v>
                </c:pt>
                <c:pt idx="256">
                  <c:v>2019-11</c:v>
                </c:pt>
                <c:pt idx="257">
                  <c:v>2019-12</c:v>
                </c:pt>
                <c:pt idx="258">
                  <c:v>2019-12</c:v>
                </c:pt>
                <c:pt idx="259">
                  <c:v>2019-12</c:v>
                </c:pt>
                <c:pt idx="260">
                  <c:v>2019-12</c:v>
                </c:pt>
                <c:pt idx="261">
                  <c:v>2020-01</c:v>
                </c:pt>
                <c:pt idx="262">
                  <c:v>2020-01</c:v>
                </c:pt>
                <c:pt idx="263">
                  <c:v>2020-01</c:v>
                </c:pt>
                <c:pt idx="264">
                  <c:v>2020-01</c:v>
                </c:pt>
                <c:pt idx="265">
                  <c:v>2020-01</c:v>
                </c:pt>
                <c:pt idx="266">
                  <c:v>2020-02</c:v>
                </c:pt>
                <c:pt idx="267">
                  <c:v>2020-02</c:v>
                </c:pt>
                <c:pt idx="268">
                  <c:v>2020-02</c:v>
                </c:pt>
                <c:pt idx="269">
                  <c:v>2020-02</c:v>
                </c:pt>
                <c:pt idx="270">
                  <c:v>2020-03</c:v>
                </c:pt>
                <c:pt idx="271">
                  <c:v>2020-03</c:v>
                </c:pt>
                <c:pt idx="272">
                  <c:v>2020-03</c:v>
                </c:pt>
                <c:pt idx="273">
                  <c:v>2020-03</c:v>
                </c:pt>
                <c:pt idx="274">
                  <c:v>2020-04</c:v>
                </c:pt>
                <c:pt idx="275">
                  <c:v>2020-04</c:v>
                </c:pt>
                <c:pt idx="276">
                  <c:v>2020-04</c:v>
                </c:pt>
                <c:pt idx="277">
                  <c:v>2020-04</c:v>
                </c:pt>
                <c:pt idx="278">
                  <c:v>2020-04</c:v>
                </c:pt>
                <c:pt idx="279">
                  <c:v>2020-05</c:v>
                </c:pt>
                <c:pt idx="280">
                  <c:v>2020-05</c:v>
                </c:pt>
                <c:pt idx="281">
                  <c:v>2020-05</c:v>
                </c:pt>
                <c:pt idx="282">
                  <c:v>2020-05</c:v>
                </c:pt>
                <c:pt idx="283">
                  <c:v>2020-06</c:v>
                </c:pt>
                <c:pt idx="284">
                  <c:v>2020-06</c:v>
                </c:pt>
                <c:pt idx="285">
                  <c:v>2020-06</c:v>
                </c:pt>
                <c:pt idx="286">
                  <c:v>2020-06</c:v>
                </c:pt>
                <c:pt idx="287">
                  <c:v>2020-07</c:v>
                </c:pt>
                <c:pt idx="288">
                  <c:v>2020-07</c:v>
                </c:pt>
                <c:pt idx="289">
                  <c:v>2020-07</c:v>
                </c:pt>
                <c:pt idx="290">
                  <c:v>2020-07</c:v>
                </c:pt>
                <c:pt idx="291">
                  <c:v>2020-07</c:v>
                </c:pt>
                <c:pt idx="292">
                  <c:v>2020-08</c:v>
                </c:pt>
                <c:pt idx="293">
                  <c:v>2020-08</c:v>
                </c:pt>
                <c:pt idx="294">
                  <c:v>2020-08</c:v>
                </c:pt>
                <c:pt idx="295">
                  <c:v>2020-08</c:v>
                </c:pt>
                <c:pt idx="296">
                  <c:v>2020-09</c:v>
                </c:pt>
                <c:pt idx="297">
                  <c:v>2020-09</c:v>
                </c:pt>
                <c:pt idx="298">
                  <c:v>2020-09</c:v>
                </c:pt>
                <c:pt idx="299">
                  <c:v>2020-09</c:v>
                </c:pt>
                <c:pt idx="300">
                  <c:v>2020-10</c:v>
                </c:pt>
                <c:pt idx="301">
                  <c:v>2020-10</c:v>
                </c:pt>
                <c:pt idx="302">
                  <c:v>2020-10</c:v>
                </c:pt>
                <c:pt idx="303">
                  <c:v>2020-10</c:v>
                </c:pt>
                <c:pt idx="304">
                  <c:v>2020-10</c:v>
                </c:pt>
                <c:pt idx="305">
                  <c:v>2020-11</c:v>
                </c:pt>
                <c:pt idx="306">
                  <c:v>2020-11</c:v>
                </c:pt>
                <c:pt idx="307">
                  <c:v>2020-11</c:v>
                </c:pt>
                <c:pt idx="308">
                  <c:v>2020-11</c:v>
                </c:pt>
                <c:pt idx="309">
                  <c:v>2020-12</c:v>
                </c:pt>
                <c:pt idx="310">
                  <c:v>2020-12</c:v>
                </c:pt>
                <c:pt idx="311">
                  <c:v>2020-12</c:v>
                </c:pt>
                <c:pt idx="312">
                  <c:v>2020-12</c:v>
                </c:pt>
                <c:pt idx="313">
                  <c:v>2020-12</c:v>
                </c:pt>
                <c:pt idx="314">
                  <c:v>2021-01</c:v>
                </c:pt>
                <c:pt idx="315">
                  <c:v>2021-01</c:v>
                </c:pt>
                <c:pt idx="316">
                  <c:v>2021-01</c:v>
                </c:pt>
                <c:pt idx="317">
                  <c:v>2021-01</c:v>
                </c:pt>
                <c:pt idx="318">
                  <c:v>2021-02</c:v>
                </c:pt>
                <c:pt idx="319">
                  <c:v>2021-02</c:v>
                </c:pt>
                <c:pt idx="320">
                  <c:v>2021-02</c:v>
                </c:pt>
                <c:pt idx="321">
                  <c:v>2021-02</c:v>
                </c:pt>
                <c:pt idx="322">
                  <c:v>2021-03</c:v>
                </c:pt>
                <c:pt idx="323">
                  <c:v>2021-03</c:v>
                </c:pt>
                <c:pt idx="324">
                  <c:v>2021-03</c:v>
                </c:pt>
                <c:pt idx="325">
                  <c:v>2021-03</c:v>
                </c:pt>
                <c:pt idx="326">
                  <c:v>2021-04</c:v>
                </c:pt>
                <c:pt idx="327">
                  <c:v>2021-04</c:v>
                </c:pt>
                <c:pt idx="328">
                  <c:v>2021-04</c:v>
                </c:pt>
                <c:pt idx="329">
                  <c:v>2021-04</c:v>
                </c:pt>
                <c:pt idx="330">
                  <c:v>2021-04</c:v>
                </c:pt>
                <c:pt idx="331">
                  <c:v>2021-05</c:v>
                </c:pt>
                <c:pt idx="332">
                  <c:v>2021-05</c:v>
                </c:pt>
                <c:pt idx="333">
                  <c:v>2021-05</c:v>
                </c:pt>
                <c:pt idx="334">
                  <c:v>2021-05</c:v>
                </c:pt>
                <c:pt idx="335">
                  <c:v>2021-06</c:v>
                </c:pt>
                <c:pt idx="336">
                  <c:v>2021-06</c:v>
                </c:pt>
                <c:pt idx="337">
                  <c:v>2021-06</c:v>
                </c:pt>
                <c:pt idx="338">
                  <c:v>2021-06</c:v>
                </c:pt>
                <c:pt idx="339">
                  <c:v>2021-07</c:v>
                </c:pt>
                <c:pt idx="340">
                  <c:v>2021-07</c:v>
                </c:pt>
                <c:pt idx="341">
                  <c:v>2021-07</c:v>
                </c:pt>
                <c:pt idx="342">
                  <c:v>2021-07</c:v>
                </c:pt>
                <c:pt idx="343">
                  <c:v>2021-07</c:v>
                </c:pt>
                <c:pt idx="344">
                  <c:v>2021-08</c:v>
                </c:pt>
                <c:pt idx="345">
                  <c:v>2021-08</c:v>
                </c:pt>
                <c:pt idx="346">
                  <c:v>2021-08</c:v>
                </c:pt>
                <c:pt idx="347">
                  <c:v>2021-08</c:v>
                </c:pt>
                <c:pt idx="348">
                  <c:v>2021-09</c:v>
                </c:pt>
                <c:pt idx="349">
                  <c:v>2021-09</c:v>
                </c:pt>
                <c:pt idx="350">
                  <c:v>2021-09</c:v>
                </c:pt>
                <c:pt idx="351">
                  <c:v>2021-09</c:v>
                </c:pt>
                <c:pt idx="352">
                  <c:v>2021-09</c:v>
                </c:pt>
                <c:pt idx="353">
                  <c:v>2021-10</c:v>
                </c:pt>
                <c:pt idx="354">
                  <c:v>2021-10</c:v>
                </c:pt>
                <c:pt idx="355">
                  <c:v>2021-10</c:v>
                </c:pt>
                <c:pt idx="356">
                  <c:v>2021-10</c:v>
                </c:pt>
                <c:pt idx="357">
                  <c:v>2021-11</c:v>
                </c:pt>
                <c:pt idx="358">
                  <c:v>2021-11</c:v>
                </c:pt>
                <c:pt idx="359">
                  <c:v>2021-11</c:v>
                </c:pt>
                <c:pt idx="360">
                  <c:v>2021-11</c:v>
                </c:pt>
                <c:pt idx="361">
                  <c:v>2021-12</c:v>
                </c:pt>
                <c:pt idx="362">
                  <c:v>2021-12</c:v>
                </c:pt>
                <c:pt idx="363">
                  <c:v>2021-12</c:v>
                </c:pt>
                <c:pt idx="364">
                  <c:v>2021-12</c:v>
                </c:pt>
                <c:pt idx="365">
                  <c:v>2021-12</c:v>
                </c:pt>
                <c:pt idx="366">
                  <c:v>2022-01</c:v>
                </c:pt>
                <c:pt idx="367">
                  <c:v>2022-01</c:v>
                </c:pt>
                <c:pt idx="368">
                  <c:v>2022-01</c:v>
                </c:pt>
                <c:pt idx="369">
                  <c:v>2022-01</c:v>
                </c:pt>
                <c:pt idx="370">
                  <c:v>2022-02</c:v>
                </c:pt>
                <c:pt idx="371">
                  <c:v>2022-02</c:v>
                </c:pt>
                <c:pt idx="372">
                  <c:v>2022-02</c:v>
                </c:pt>
                <c:pt idx="373">
                  <c:v>2022-02</c:v>
                </c:pt>
                <c:pt idx="374">
                  <c:v>2022-03</c:v>
                </c:pt>
                <c:pt idx="375">
                  <c:v>2022-03</c:v>
                </c:pt>
                <c:pt idx="376">
                  <c:v>2022-03</c:v>
                </c:pt>
                <c:pt idx="377">
                  <c:v>2022-03</c:v>
                </c:pt>
                <c:pt idx="378">
                  <c:v>2022-03</c:v>
                </c:pt>
                <c:pt idx="379">
                  <c:v>2022-04</c:v>
                </c:pt>
                <c:pt idx="380">
                  <c:v>2022-04</c:v>
                </c:pt>
                <c:pt idx="381">
                  <c:v>2022-04</c:v>
                </c:pt>
                <c:pt idx="382">
                  <c:v>2022-04</c:v>
                </c:pt>
                <c:pt idx="383">
                  <c:v>2022-05</c:v>
                </c:pt>
                <c:pt idx="384">
                  <c:v>2022-05</c:v>
                </c:pt>
                <c:pt idx="385">
                  <c:v>2022-05</c:v>
                </c:pt>
                <c:pt idx="386">
                  <c:v>2022-05</c:v>
                </c:pt>
                <c:pt idx="387">
                  <c:v>2022-06</c:v>
                </c:pt>
                <c:pt idx="388">
                  <c:v>2022-06</c:v>
                </c:pt>
                <c:pt idx="389">
                  <c:v>2022-06</c:v>
                </c:pt>
                <c:pt idx="390">
                  <c:v>2022-06</c:v>
                </c:pt>
                <c:pt idx="391">
                  <c:v>2022-06</c:v>
                </c:pt>
                <c:pt idx="392">
                  <c:v>2022-07</c:v>
                </c:pt>
                <c:pt idx="393">
                  <c:v>2022-07</c:v>
                </c:pt>
                <c:pt idx="394">
                  <c:v>2022-07</c:v>
                </c:pt>
                <c:pt idx="395">
                  <c:v>2022-07</c:v>
                </c:pt>
                <c:pt idx="396">
                  <c:v>2022-08</c:v>
                </c:pt>
                <c:pt idx="397">
                  <c:v>2022-08</c:v>
                </c:pt>
                <c:pt idx="398">
                  <c:v>2022-08</c:v>
                </c:pt>
                <c:pt idx="399">
                  <c:v>2022-08</c:v>
                </c:pt>
                <c:pt idx="400">
                  <c:v>2022-09</c:v>
                </c:pt>
                <c:pt idx="401">
                  <c:v>2022-09</c:v>
                </c:pt>
                <c:pt idx="402">
                  <c:v>2022-09</c:v>
                </c:pt>
                <c:pt idx="403">
                  <c:v>2022-09</c:v>
                </c:pt>
                <c:pt idx="404">
                  <c:v>2022-09</c:v>
                </c:pt>
                <c:pt idx="405">
                  <c:v>2022-10</c:v>
                </c:pt>
                <c:pt idx="406">
                  <c:v>2022-10</c:v>
                </c:pt>
                <c:pt idx="407">
                  <c:v>2022-10</c:v>
                </c:pt>
                <c:pt idx="408">
                  <c:v>2022-10</c:v>
                </c:pt>
                <c:pt idx="409">
                  <c:v>2022-11</c:v>
                </c:pt>
                <c:pt idx="410">
                  <c:v>2022-11</c:v>
                </c:pt>
                <c:pt idx="411">
                  <c:v>2022-11</c:v>
                </c:pt>
                <c:pt idx="412">
                  <c:v>2022-11</c:v>
                </c:pt>
                <c:pt idx="413">
                  <c:v>2022-12</c:v>
                </c:pt>
                <c:pt idx="414">
                  <c:v>2022-12</c:v>
                </c:pt>
                <c:pt idx="415">
                  <c:v>2022-12</c:v>
                </c:pt>
                <c:pt idx="416">
                  <c:v>2022-12</c:v>
                </c:pt>
                <c:pt idx="417">
                  <c:v>2022-12</c:v>
                </c:pt>
                <c:pt idx="418">
                  <c:v>2023-01</c:v>
                </c:pt>
                <c:pt idx="419">
                  <c:v>2023-01</c:v>
                </c:pt>
                <c:pt idx="420">
                  <c:v>2023-01</c:v>
                </c:pt>
                <c:pt idx="421">
                  <c:v>2023-01</c:v>
                </c:pt>
                <c:pt idx="422">
                  <c:v>2023-02</c:v>
                </c:pt>
                <c:pt idx="423">
                  <c:v>2023-02</c:v>
                </c:pt>
                <c:pt idx="424">
                  <c:v>2023-02</c:v>
                </c:pt>
                <c:pt idx="425">
                  <c:v>2023-02</c:v>
                </c:pt>
                <c:pt idx="426">
                  <c:v>2023-03</c:v>
                </c:pt>
                <c:pt idx="427">
                  <c:v>2023-03</c:v>
                </c:pt>
                <c:pt idx="428">
                  <c:v>2023-03</c:v>
                </c:pt>
                <c:pt idx="429">
                  <c:v>2023-03</c:v>
                </c:pt>
                <c:pt idx="430">
                  <c:v>2023-03</c:v>
                </c:pt>
                <c:pt idx="431">
                  <c:v>2023-04</c:v>
                </c:pt>
                <c:pt idx="432">
                  <c:v>2023-04</c:v>
                </c:pt>
                <c:pt idx="433">
                  <c:v>2023-04</c:v>
                </c:pt>
                <c:pt idx="434">
                  <c:v>2023-04</c:v>
                </c:pt>
                <c:pt idx="435">
                  <c:v>2023-05</c:v>
                </c:pt>
                <c:pt idx="436">
                  <c:v>2023-05</c:v>
                </c:pt>
                <c:pt idx="437">
                  <c:v>2023-05</c:v>
                </c:pt>
                <c:pt idx="438">
                  <c:v>2023-05</c:v>
                </c:pt>
                <c:pt idx="439">
                  <c:v>2023-06</c:v>
                </c:pt>
                <c:pt idx="440">
                  <c:v>2023-06</c:v>
                </c:pt>
                <c:pt idx="441">
                  <c:v>2023-06</c:v>
                </c:pt>
                <c:pt idx="442">
                  <c:v>2023-06</c:v>
                </c:pt>
                <c:pt idx="443">
                  <c:v>2023-06</c:v>
                </c:pt>
                <c:pt idx="444">
                  <c:v>2023-07</c:v>
                </c:pt>
                <c:pt idx="445">
                  <c:v>2023-07</c:v>
                </c:pt>
                <c:pt idx="446">
                  <c:v>2023-07</c:v>
                </c:pt>
                <c:pt idx="447">
                  <c:v>2023-07</c:v>
                </c:pt>
                <c:pt idx="448">
                  <c:v>2023-08</c:v>
                </c:pt>
                <c:pt idx="449">
                  <c:v>2023-08</c:v>
                </c:pt>
                <c:pt idx="450">
                  <c:v>2023-08</c:v>
                </c:pt>
                <c:pt idx="451">
                  <c:v>2023-08</c:v>
                </c:pt>
                <c:pt idx="452">
                  <c:v>2023-08</c:v>
                </c:pt>
                <c:pt idx="453">
                  <c:v>2023-09</c:v>
                </c:pt>
                <c:pt idx="454">
                  <c:v>2023-09</c:v>
                </c:pt>
                <c:pt idx="455">
                  <c:v>2023-09</c:v>
                </c:pt>
                <c:pt idx="456">
                  <c:v>2023-09</c:v>
                </c:pt>
                <c:pt idx="457">
                  <c:v>2023-10</c:v>
                </c:pt>
                <c:pt idx="458">
                  <c:v>2023-10</c:v>
                </c:pt>
                <c:pt idx="459">
                  <c:v>2023-10</c:v>
                </c:pt>
                <c:pt idx="460">
                  <c:v>2023-10</c:v>
                </c:pt>
                <c:pt idx="461">
                  <c:v>2023-11</c:v>
                </c:pt>
                <c:pt idx="462">
                  <c:v>2023-11</c:v>
                </c:pt>
                <c:pt idx="463">
                  <c:v>2023-11</c:v>
                </c:pt>
                <c:pt idx="464">
                  <c:v>2023-11</c:v>
                </c:pt>
                <c:pt idx="465">
                  <c:v>2023-11</c:v>
                </c:pt>
                <c:pt idx="466">
                  <c:v>2023-12</c:v>
                </c:pt>
                <c:pt idx="467">
                  <c:v>2023-12</c:v>
                </c:pt>
                <c:pt idx="468">
                  <c:v>2023-12</c:v>
                </c:pt>
                <c:pt idx="469">
                  <c:v>2023-12</c:v>
                </c:pt>
                <c:pt idx="470">
                  <c:v>2024-01</c:v>
                </c:pt>
                <c:pt idx="471">
                  <c:v>2024-01</c:v>
                </c:pt>
                <c:pt idx="472">
                  <c:v>2024-01</c:v>
                </c:pt>
                <c:pt idx="473">
                  <c:v>2024-01</c:v>
                </c:pt>
                <c:pt idx="474">
                  <c:v>2024-02</c:v>
                </c:pt>
                <c:pt idx="475">
                  <c:v>2024-02</c:v>
                </c:pt>
                <c:pt idx="476">
                  <c:v>2024-02</c:v>
                </c:pt>
                <c:pt idx="477">
                  <c:v>2024-02</c:v>
                </c:pt>
                <c:pt idx="478">
                  <c:v>2024-02</c:v>
                </c:pt>
                <c:pt idx="479">
                  <c:v>2024-03</c:v>
                </c:pt>
                <c:pt idx="480">
                  <c:v>2024-03</c:v>
                </c:pt>
                <c:pt idx="481">
                  <c:v>2024-03</c:v>
                </c:pt>
                <c:pt idx="482">
                  <c:v>2024-03</c:v>
                </c:pt>
                <c:pt idx="483">
                  <c:v>2024-04</c:v>
                </c:pt>
                <c:pt idx="484">
                  <c:v>2024-04</c:v>
                </c:pt>
                <c:pt idx="485">
                  <c:v>2024-04</c:v>
                </c:pt>
                <c:pt idx="486">
                  <c:v>2024-04</c:v>
                </c:pt>
                <c:pt idx="487">
                  <c:v>2024-05</c:v>
                </c:pt>
                <c:pt idx="488">
                  <c:v>2024-05</c:v>
                </c:pt>
                <c:pt idx="489">
                  <c:v>2024-05</c:v>
                </c:pt>
                <c:pt idx="490">
                  <c:v>2024-05</c:v>
                </c:pt>
                <c:pt idx="491">
                  <c:v>2024-05</c:v>
                </c:pt>
                <c:pt idx="492">
                  <c:v>2024-06</c:v>
                </c:pt>
                <c:pt idx="493">
                  <c:v>2024-06</c:v>
                </c:pt>
                <c:pt idx="494">
                  <c:v>2024-06</c:v>
                </c:pt>
                <c:pt idx="495">
                  <c:v>2024-06</c:v>
                </c:pt>
                <c:pt idx="496">
                  <c:v>2024-07</c:v>
                </c:pt>
                <c:pt idx="497">
                  <c:v>2024-07</c:v>
                </c:pt>
                <c:pt idx="498">
                  <c:v>2024-07</c:v>
                </c:pt>
                <c:pt idx="499">
                  <c:v>2024-07</c:v>
                </c:pt>
                <c:pt idx="500">
                  <c:v>2024-08</c:v>
                </c:pt>
                <c:pt idx="501">
                  <c:v>2024-08</c:v>
                </c:pt>
                <c:pt idx="502">
                  <c:v>2024-08</c:v>
                </c:pt>
                <c:pt idx="503">
                  <c:v>2024-08</c:v>
                </c:pt>
                <c:pt idx="504">
                  <c:v>2024-08</c:v>
                </c:pt>
                <c:pt idx="505">
                  <c:v>2024-09</c:v>
                </c:pt>
                <c:pt idx="506">
                  <c:v>2024-09</c:v>
                </c:pt>
                <c:pt idx="507">
                  <c:v>2024-09</c:v>
                </c:pt>
                <c:pt idx="508">
                  <c:v>2024-09</c:v>
                </c:pt>
                <c:pt idx="509">
                  <c:v>2024-10</c:v>
                </c:pt>
                <c:pt idx="510">
                  <c:v>2024-10</c:v>
                </c:pt>
                <c:pt idx="511">
                  <c:v>2024-10</c:v>
                </c:pt>
                <c:pt idx="512">
                  <c:v>2024-10</c:v>
                </c:pt>
                <c:pt idx="513">
                  <c:v>2024-10</c:v>
                </c:pt>
                <c:pt idx="514">
                  <c:v>2024-11</c:v>
                </c:pt>
                <c:pt idx="515">
                  <c:v>2024-11</c:v>
                </c:pt>
                <c:pt idx="516">
                  <c:v>2024-11</c:v>
                </c:pt>
                <c:pt idx="517">
                  <c:v>2024-11</c:v>
                </c:pt>
                <c:pt idx="518">
                  <c:v>2024-12</c:v>
                </c:pt>
                <c:pt idx="519">
                  <c:v>2024-12</c:v>
                </c:pt>
                <c:pt idx="520">
                  <c:v>2024-12</c:v>
                </c:pt>
                <c:pt idx="521">
                  <c:v>2024-12</c:v>
                </c:pt>
                <c:pt idx="522">
                  <c:v>2025-01</c:v>
                </c:pt>
                <c:pt idx="523">
                  <c:v>2025-01</c:v>
                </c:pt>
                <c:pt idx="524">
                  <c:v>2025-01</c:v>
                </c:pt>
                <c:pt idx="525">
                  <c:v>2025-01</c:v>
                </c:pt>
                <c:pt idx="526">
                  <c:v>2025-01</c:v>
                </c:pt>
                <c:pt idx="527">
                  <c:v>2025-02</c:v>
                </c:pt>
                <c:pt idx="528">
                  <c:v>2025-02</c:v>
                </c:pt>
                <c:pt idx="529">
                  <c:v>2025-02</c:v>
                </c:pt>
                <c:pt idx="530">
                  <c:v>2025-02</c:v>
                </c:pt>
                <c:pt idx="531">
                  <c:v>2025-03</c:v>
                </c:pt>
                <c:pt idx="532">
                  <c:v>2025-03</c:v>
                </c:pt>
                <c:pt idx="533">
                  <c:v>2025-03</c:v>
                </c:pt>
                <c:pt idx="534">
                  <c:v>2025-03</c:v>
                </c:pt>
                <c:pt idx="535">
                  <c:v>2025-04</c:v>
                </c:pt>
                <c:pt idx="536">
                  <c:v>2025-04</c:v>
                </c:pt>
                <c:pt idx="537">
                  <c:v>2025-04</c:v>
                </c:pt>
                <c:pt idx="538">
                  <c:v>2025-04</c:v>
                </c:pt>
                <c:pt idx="539">
                  <c:v>2025-05</c:v>
                </c:pt>
                <c:pt idx="540">
                  <c:v>2025-05</c:v>
                </c:pt>
                <c:pt idx="541">
                  <c:v>2025-05</c:v>
                </c:pt>
                <c:pt idx="542">
                  <c:v>2025-05</c:v>
                </c:pt>
                <c:pt idx="543">
                  <c:v>2025-05</c:v>
                </c:pt>
                <c:pt idx="544">
                  <c:v>2025-06</c:v>
                </c:pt>
                <c:pt idx="545">
                  <c:v>2025-06</c:v>
                </c:pt>
                <c:pt idx="546">
                  <c:v>2025-06</c:v>
                </c:pt>
                <c:pt idx="547">
                  <c:v>2025-06</c:v>
                </c:pt>
                <c:pt idx="548">
                  <c:v>2025-07</c:v>
                </c:pt>
                <c:pt idx="549">
                  <c:v>2025-07</c:v>
                </c:pt>
                <c:pt idx="550">
                  <c:v>2025-07</c:v>
                </c:pt>
                <c:pt idx="551">
                  <c:v>2025-07</c:v>
                </c:pt>
                <c:pt idx="552">
                  <c:v>2025-07</c:v>
                </c:pt>
                <c:pt idx="553">
                  <c:v>2025-08</c:v>
                </c:pt>
                <c:pt idx="554">
                  <c:v>2025-08</c:v>
                </c:pt>
                <c:pt idx="555">
                  <c:v>2025-08</c:v>
                </c:pt>
                <c:pt idx="556">
                  <c:v>2025-08</c:v>
                </c:pt>
                <c:pt idx="557">
                  <c:v>2025-09</c:v>
                </c:pt>
                <c:pt idx="558">
                  <c:v>2025-09</c:v>
                </c:pt>
                <c:pt idx="559">
                  <c:v>2025-09</c:v>
                </c:pt>
                <c:pt idx="560">
                  <c:v>2025-09</c:v>
                </c:pt>
                <c:pt idx="561">
                  <c:v>2025-10</c:v>
                </c:pt>
                <c:pt idx="562">
                  <c:v>2025-10</c:v>
                </c:pt>
                <c:pt idx="563">
                  <c:v>2025-10</c:v>
                </c:pt>
                <c:pt idx="564">
                  <c:v>2025-10</c:v>
                </c:pt>
                <c:pt idx="565">
                  <c:v>2025-10</c:v>
                </c:pt>
                <c:pt idx="566">
                  <c:v>2025-11</c:v>
                </c:pt>
                <c:pt idx="567">
                  <c:v>2025-11</c:v>
                </c:pt>
                <c:pt idx="568">
                  <c:v>2025-11</c:v>
                </c:pt>
                <c:pt idx="569">
                  <c:v>2025-11</c:v>
                </c:pt>
                <c:pt idx="570">
                  <c:v>2025-12</c:v>
                </c:pt>
                <c:pt idx="571">
                  <c:v>2025-12</c:v>
                </c:pt>
                <c:pt idx="572">
                  <c:v>2025-12</c:v>
                </c:pt>
                <c:pt idx="573">
                  <c:v>2025-12</c:v>
                </c:pt>
              </c:strCache>
            </c:strRef>
          </c:cat>
          <c:val>
            <c:numRef>
              <c:f>Sheet1!$C$2:$C$575</c:f>
              <c:numCache>
                <c:formatCode>General</c:formatCode>
                <c:ptCount val="574"/>
                <c:pt idx="0">
                  <c:v>100</c:v>
                </c:pt>
                <c:pt idx="1">
                  <c:v>104.46883079538641</c:v>
                </c:pt>
                <c:pt idx="2">
                  <c:v>95.553919811942066</c:v>
                </c:pt>
                <c:pt idx="3">
                  <c:v>108.04382764628448</c:v>
                </c:pt>
                <c:pt idx="4">
                  <c:v>100.50903167671673</c:v>
                </c:pt>
                <c:pt idx="5">
                  <c:v>111.74695245863184</c:v>
                </c:pt>
                <c:pt idx="6">
                  <c:v>107.02336066218518</c:v>
                </c:pt>
                <c:pt idx="7">
                  <c:v>108.67281802775524</c:v>
                </c:pt>
                <c:pt idx="8">
                  <c:v>111.19481228992477</c:v>
                </c:pt>
                <c:pt idx="9">
                  <c:v>107.68820834614235</c:v>
                </c:pt>
                <c:pt idx="10">
                  <c:v>99.677998047440397</c:v>
                </c:pt>
                <c:pt idx="11">
                  <c:v>99.964305229488431</c:v>
                </c:pt>
                <c:pt idx="12">
                  <c:v>102.19939752296757</c:v>
                </c:pt>
                <c:pt idx="13">
                  <c:v>103.95052324379834</c:v>
                </c:pt>
                <c:pt idx="14">
                  <c:v>104.43575495912661</c:v>
                </c:pt>
                <c:pt idx="15">
                  <c:v>102.66447800105641</c:v>
                </c:pt>
                <c:pt idx="16">
                  <c:v>103.94158027556051</c:v>
                </c:pt>
                <c:pt idx="17">
                  <c:v>111.76734193808548</c:v>
                </c:pt>
                <c:pt idx="18">
                  <c:v>113.15687104436462</c:v>
                </c:pt>
                <c:pt idx="19">
                  <c:v>113.31731830657641</c:v>
                </c:pt>
                <c:pt idx="20">
                  <c:v>107.28186217480778</c:v>
                </c:pt>
                <c:pt idx="21">
                  <c:v>105.61851235804964</c:v>
                </c:pt>
                <c:pt idx="22">
                  <c:v>106.89523633749762</c:v>
                </c:pt>
                <c:pt idx="23">
                  <c:v>103.74253299952224</c:v>
                </c:pt>
                <c:pt idx="24">
                  <c:v>103.44736762943297</c:v>
                </c:pt>
                <c:pt idx="25">
                  <c:v>100.05901953945175</c:v>
                </c:pt>
                <c:pt idx="26">
                  <c:v>96.756418038922121</c:v>
                </c:pt>
                <c:pt idx="27">
                  <c:v>93.030112010963421</c:v>
                </c:pt>
                <c:pt idx="28">
                  <c:v>90.554837807198822</c:v>
                </c:pt>
                <c:pt idx="29">
                  <c:v>76.174804560016554</c:v>
                </c:pt>
                <c:pt idx="30">
                  <c:v>74.297556973197246</c:v>
                </c:pt>
                <c:pt idx="31">
                  <c:v>75.445834853597546</c:v>
                </c:pt>
                <c:pt idx="32">
                  <c:v>77.957326703088071</c:v>
                </c:pt>
                <c:pt idx="33">
                  <c:v>76.382358186724019</c:v>
                </c:pt>
                <c:pt idx="34">
                  <c:v>70.009687850936828</c:v>
                </c:pt>
                <c:pt idx="35">
                  <c:v>67.735673602958329</c:v>
                </c:pt>
                <c:pt idx="36">
                  <c:v>68.798056523990297</c:v>
                </c:pt>
                <c:pt idx="37">
                  <c:v>71.660108658196862</c:v>
                </c:pt>
                <c:pt idx="38">
                  <c:v>65.561589543877886</c:v>
                </c:pt>
                <c:pt idx="39">
                  <c:v>61.411885936009192</c:v>
                </c:pt>
                <c:pt idx="40">
                  <c:v>80.167432077961209</c:v>
                </c:pt>
                <c:pt idx="41">
                  <c:v>81.69256687924927</c:v>
                </c:pt>
                <c:pt idx="42">
                  <c:v>80.427681808487321</c:v>
                </c:pt>
                <c:pt idx="43">
                  <c:v>75.030213217587601</c:v>
                </c:pt>
                <c:pt idx="44">
                  <c:v>72.361056586956082</c:v>
                </c:pt>
                <c:pt idx="45">
                  <c:v>66.314288271397544</c:v>
                </c:pt>
                <c:pt idx="46">
                  <c:v>67.652237926960652</c:v>
                </c:pt>
                <c:pt idx="47">
                  <c:v>66.968866132495833</c:v>
                </c:pt>
                <c:pt idx="48">
                  <c:v>67.175845325109606</c:v>
                </c:pt>
                <c:pt idx="49">
                  <c:v>66.580772224977309</c:v>
                </c:pt>
                <c:pt idx="50">
                  <c:v>60.44820402057249</c:v>
                </c:pt>
                <c:pt idx="51">
                  <c:v>72.015156032678576</c:v>
                </c:pt>
                <c:pt idx="52">
                  <c:v>67.209129903345072</c:v>
                </c:pt>
                <c:pt idx="53">
                  <c:v>67.36727579070569</c:v>
                </c:pt>
                <c:pt idx="54">
                  <c:v>59.596169251858271</c:v>
                </c:pt>
                <c:pt idx="55">
                  <c:v>59.149858778864598</c:v>
                </c:pt>
                <c:pt idx="56">
                  <c:v>60.652949262349921</c:v>
                </c:pt>
                <c:pt idx="57">
                  <c:v>74.419037682120731</c:v>
                </c:pt>
                <c:pt idx="58">
                  <c:v>74.064597660473922</c:v>
                </c:pt>
                <c:pt idx="59">
                  <c:v>88.975630107182894</c:v>
                </c:pt>
                <c:pt idx="60">
                  <c:v>89.298573314488252</c:v>
                </c:pt>
                <c:pt idx="61">
                  <c:v>99.765722795809324</c:v>
                </c:pt>
                <c:pt idx="62">
                  <c:v>104.37287556131444</c:v>
                </c:pt>
                <c:pt idx="63">
                  <c:v>110.15466342057319</c:v>
                </c:pt>
                <c:pt idx="64">
                  <c:v>101.5914997716841</c:v>
                </c:pt>
                <c:pt idx="65">
                  <c:v>102.59311547969762</c:v>
                </c:pt>
                <c:pt idx="66">
                  <c:v>100.53149786366767</c:v>
                </c:pt>
                <c:pt idx="67">
                  <c:v>111.49222263076963</c:v>
                </c:pt>
                <c:pt idx="68">
                  <c:v>123.9801668570408</c:v>
                </c:pt>
                <c:pt idx="69">
                  <c:v>132.21225689737506</c:v>
                </c:pt>
                <c:pt idx="70">
                  <c:v>129.99564709481839</c:v>
                </c:pt>
                <c:pt idx="71">
                  <c:v>127.14141245167967</c:v>
                </c:pt>
                <c:pt idx="72">
                  <c:v>128.01214966960697</c:v>
                </c:pt>
                <c:pt idx="73">
                  <c:v>125.9686548341771</c:v>
                </c:pt>
                <c:pt idx="74">
                  <c:v>124.89814001210257</c:v>
                </c:pt>
                <c:pt idx="75">
                  <c:v>138.30731117931029</c:v>
                </c:pt>
                <c:pt idx="76">
                  <c:v>136.63910339488888</c:v>
                </c:pt>
                <c:pt idx="77">
                  <c:v>139.48552219955886</c:v>
                </c:pt>
                <c:pt idx="78">
                  <c:v>144.16162291759954</c:v>
                </c:pt>
                <c:pt idx="79">
                  <c:v>152.06077205637538</c:v>
                </c:pt>
                <c:pt idx="80">
                  <c:v>160.39377526760683</c:v>
                </c:pt>
                <c:pt idx="81">
                  <c:v>156.98492609502327</c:v>
                </c:pt>
                <c:pt idx="82">
                  <c:v>166.04311137775409</c:v>
                </c:pt>
                <c:pt idx="83">
                  <c:v>170.87671177145523</c:v>
                </c:pt>
                <c:pt idx="84">
                  <c:v>172.09755697383613</c:v>
                </c:pt>
                <c:pt idx="85">
                  <c:v>168.46796069067625</c:v>
                </c:pt>
                <c:pt idx="86">
                  <c:v>152.25780240906388</c:v>
                </c:pt>
                <c:pt idx="87">
                  <c:v>150.80801951916081</c:v>
                </c:pt>
                <c:pt idx="88">
                  <c:v>157.42022028246711</c:v>
                </c:pt>
                <c:pt idx="89">
                  <c:v>152.50636299128428</c:v>
                </c:pt>
                <c:pt idx="90">
                  <c:v>160.30671570038331</c:v>
                </c:pt>
                <c:pt idx="91">
                  <c:v>157.82707300518541</c:v>
                </c:pt>
                <c:pt idx="92">
                  <c:v>142.64436535115829</c:v>
                </c:pt>
                <c:pt idx="93">
                  <c:v>146.82192552658975</c:v>
                </c:pt>
                <c:pt idx="94">
                  <c:v>154.81661098176724</c:v>
                </c:pt>
                <c:pt idx="95">
                  <c:v>156.61130377902472</c:v>
                </c:pt>
                <c:pt idx="96">
                  <c:v>163.47024873138764</c:v>
                </c:pt>
                <c:pt idx="97">
                  <c:v>166.75895954952176</c:v>
                </c:pt>
                <c:pt idx="98">
                  <c:v>164.04674686881614</c:v>
                </c:pt>
                <c:pt idx="99">
                  <c:v>167.81398108941821</c:v>
                </c:pt>
                <c:pt idx="100">
                  <c:v>164.36033666406499</c:v>
                </c:pt>
                <c:pt idx="101">
                  <c:v>168.03947057458424</c:v>
                </c:pt>
                <c:pt idx="102">
                  <c:v>156.2782175307554</c:v>
                </c:pt>
                <c:pt idx="103">
                  <c:v>153.46237593948919</c:v>
                </c:pt>
                <c:pt idx="104">
                  <c:v>163.34843196062991</c:v>
                </c:pt>
                <c:pt idx="105">
                  <c:v>173.17452109688273</c:v>
                </c:pt>
                <c:pt idx="106">
                  <c:v>177.85148219395296</c:v>
                </c:pt>
                <c:pt idx="107">
                  <c:v>181.16013205963054</c:v>
                </c:pt>
                <c:pt idx="108">
                  <c:v>184.16270328143801</c:v>
                </c:pt>
                <c:pt idx="109">
                  <c:v>190.43605925393365</c:v>
                </c:pt>
                <c:pt idx="110">
                  <c:v>193.11610700323024</c:v>
                </c:pt>
                <c:pt idx="111">
                  <c:v>191.27579190846095</c:v>
                </c:pt>
                <c:pt idx="112">
                  <c:v>182.80233766341433</c:v>
                </c:pt>
                <c:pt idx="113">
                  <c:v>176.3423480223388</c:v>
                </c:pt>
                <c:pt idx="114">
                  <c:v>168.44213153377925</c:v>
                </c:pt>
                <c:pt idx="115">
                  <c:v>179.70087388594828</c:v>
                </c:pt>
                <c:pt idx="116">
                  <c:v>178.25644153362148</c:v>
                </c:pt>
                <c:pt idx="117">
                  <c:v>178.96730313184008</c:v>
                </c:pt>
                <c:pt idx="118">
                  <c:v>184.57449447042686</c:v>
                </c:pt>
                <c:pt idx="119">
                  <c:v>183.60978657331287</c:v>
                </c:pt>
                <c:pt idx="120">
                  <c:v>180.63200433140193</c:v>
                </c:pt>
                <c:pt idx="121">
                  <c:v>169.86731933191862</c:v>
                </c:pt>
                <c:pt idx="122">
                  <c:v>164.26651269732344</c:v>
                </c:pt>
                <c:pt idx="123">
                  <c:v>172.7743345127175</c:v>
                </c:pt>
                <c:pt idx="124">
                  <c:v>174.86832185552132</c:v>
                </c:pt>
                <c:pt idx="125">
                  <c:v>176.86854625159998</c:v>
                </c:pt>
                <c:pt idx="126">
                  <c:v>172.98005898931925</c:v>
                </c:pt>
                <c:pt idx="127">
                  <c:v>178.71024078316987</c:v>
                </c:pt>
                <c:pt idx="128">
                  <c:v>162.32426316615701</c:v>
                </c:pt>
                <c:pt idx="129">
                  <c:v>163.93426422775255</c:v>
                </c:pt>
                <c:pt idx="130">
                  <c:v>164.29415721377825</c:v>
                </c:pt>
                <c:pt idx="131">
                  <c:v>162.77300059177958</c:v>
                </c:pt>
                <c:pt idx="132">
                  <c:v>168.67779408980036</c:v>
                </c:pt>
                <c:pt idx="133">
                  <c:v>171.23281267986755</c:v>
                </c:pt>
                <c:pt idx="134">
                  <c:v>179.61775074602869</c:v>
                </c:pt>
                <c:pt idx="135">
                  <c:v>181.63794529544319</c:v>
                </c:pt>
                <c:pt idx="136">
                  <c:v>184.61333625222792</c:v>
                </c:pt>
                <c:pt idx="137">
                  <c:v>186.37708003623297</c:v>
                </c:pt>
                <c:pt idx="138">
                  <c:v>190.84492259291244</c:v>
                </c:pt>
                <c:pt idx="139">
                  <c:v>198.14391440918601</c:v>
                </c:pt>
                <c:pt idx="140">
                  <c:v>194.87061272313477</c:v>
                </c:pt>
                <c:pt idx="141">
                  <c:v>184.13314768110851</c:v>
                </c:pt>
                <c:pt idx="142">
                  <c:v>180.16655681969408</c:v>
                </c:pt>
                <c:pt idx="143">
                  <c:v>180.63366877094396</c:v>
                </c:pt>
                <c:pt idx="144">
                  <c:v>191.55504782875099</c:v>
                </c:pt>
                <c:pt idx="145">
                  <c:v>192.88703535185817</c:v>
                </c:pt>
                <c:pt idx="146">
                  <c:v>190.04622175257401</c:v>
                </c:pt>
                <c:pt idx="147">
                  <c:v>183.7193858814239</c:v>
                </c:pt>
                <c:pt idx="148">
                  <c:v>185.38899780772974</c:v>
                </c:pt>
                <c:pt idx="149">
                  <c:v>189.88128473416899</c:v>
                </c:pt>
                <c:pt idx="150">
                  <c:v>183.35211895676349</c:v>
                </c:pt>
                <c:pt idx="151">
                  <c:v>191.79493566306698</c:v>
                </c:pt>
                <c:pt idx="152">
                  <c:v>178.30512633394505</c:v>
                </c:pt>
                <c:pt idx="153">
                  <c:v>170.37553095534886</c:v>
                </c:pt>
                <c:pt idx="154">
                  <c:v>178.92104134109863</c:v>
                </c:pt>
                <c:pt idx="155">
                  <c:v>189.8134421960672</c:v>
                </c:pt>
                <c:pt idx="156">
                  <c:v>192.61909065906536</c:v>
                </c:pt>
                <c:pt idx="157">
                  <c:v>196.44706105985199</c:v>
                </c:pt>
                <c:pt idx="158">
                  <c:v>198.33178876123245</c:v>
                </c:pt>
                <c:pt idx="159">
                  <c:v>196.81138313729417</c:v>
                </c:pt>
                <c:pt idx="160">
                  <c:v>199.75884053062509</c:v>
                </c:pt>
                <c:pt idx="161">
                  <c:v>196.06907410958738</c:v>
                </c:pt>
                <c:pt idx="162">
                  <c:v>180.49249125820378</c:v>
                </c:pt>
                <c:pt idx="163">
                  <c:v>194.81793556802128</c:v>
                </c:pt>
                <c:pt idx="164">
                  <c:v>187.86826947601756</c:v>
                </c:pt>
                <c:pt idx="165">
                  <c:v>183.4636418259914</c:v>
                </c:pt>
                <c:pt idx="166">
                  <c:v>182.39593287302961</c:v>
                </c:pt>
                <c:pt idx="167">
                  <c:v>191.0600218355616</c:v>
                </c:pt>
                <c:pt idx="168">
                  <c:v>184.1764713073469</c:v>
                </c:pt>
                <c:pt idx="169">
                  <c:v>186.53250584515283</c:v>
                </c:pt>
                <c:pt idx="170">
                  <c:v>187.98432451981478</c:v>
                </c:pt>
                <c:pt idx="171">
                  <c:v>182.43720414788916</c:v>
                </c:pt>
                <c:pt idx="172">
                  <c:v>189.67910954544894</c:v>
                </c:pt>
                <c:pt idx="173">
                  <c:v>187.76014332364613</c:v>
                </c:pt>
                <c:pt idx="174">
                  <c:v>191.51557572134652</c:v>
                </c:pt>
                <c:pt idx="175">
                  <c:v>195.18209461856077</c:v>
                </c:pt>
                <c:pt idx="176">
                  <c:v>196.23553202025084</c:v>
                </c:pt>
                <c:pt idx="177">
                  <c:v>195.69235959721627</c:v>
                </c:pt>
                <c:pt idx="178">
                  <c:v>192.63525262117378</c:v>
                </c:pt>
                <c:pt idx="179">
                  <c:v>199.8714405593214</c:v>
                </c:pt>
                <c:pt idx="180">
                  <c:v>200.97964957958399</c:v>
                </c:pt>
                <c:pt idx="181">
                  <c:v>192.79532789472401</c:v>
                </c:pt>
                <c:pt idx="182">
                  <c:v>183.75443755241733</c:v>
                </c:pt>
                <c:pt idx="183">
                  <c:v>190.73734040766061</c:v>
                </c:pt>
                <c:pt idx="184">
                  <c:v>188.69148252006585</c:v>
                </c:pt>
                <c:pt idx="185">
                  <c:v>182.20511520423892</c:v>
                </c:pt>
                <c:pt idx="186">
                  <c:v>179.91062306034055</c:v>
                </c:pt>
                <c:pt idx="187">
                  <c:v>174.15615185456755</c:v>
                </c:pt>
                <c:pt idx="188">
                  <c:v>172.65724900401671</c:v>
                </c:pt>
                <c:pt idx="189">
                  <c:v>155.76259728147565</c:v>
                </c:pt>
                <c:pt idx="190">
                  <c:v>156.38506701715184</c:v>
                </c:pt>
                <c:pt idx="191">
                  <c:v>157.50145427258155</c:v>
                </c:pt>
                <c:pt idx="192">
                  <c:v>149.33731338485944</c:v>
                </c:pt>
                <c:pt idx="193">
                  <c:v>153.06822746224518</c:v>
                </c:pt>
                <c:pt idx="194">
                  <c:v>163.3524615179461</c:v>
                </c:pt>
                <c:pt idx="195">
                  <c:v>157.82858499145806</c:v>
                </c:pt>
                <c:pt idx="196">
                  <c:v>156.99130249506155</c:v>
                </c:pt>
                <c:pt idx="197">
                  <c:v>159.70256169714176</c:v>
                </c:pt>
                <c:pt idx="198">
                  <c:v>154.29994792349373</c:v>
                </c:pt>
                <c:pt idx="199">
                  <c:v>138.72018618232437</c:v>
                </c:pt>
                <c:pt idx="200">
                  <c:v>156.11326561672661</c:v>
                </c:pt>
                <c:pt idx="201">
                  <c:v>151.25918113079533</c:v>
                </c:pt>
                <c:pt idx="202">
                  <c:v>150.26231406096053</c:v>
                </c:pt>
                <c:pt idx="203">
                  <c:v>153.14360060239295</c:v>
                </c:pt>
                <c:pt idx="204">
                  <c:v>150.61362744477415</c:v>
                </c:pt>
                <c:pt idx="205">
                  <c:v>157.43910900696054</c:v>
                </c:pt>
                <c:pt idx="206">
                  <c:v>161.05110974406372</c:v>
                </c:pt>
                <c:pt idx="207">
                  <c:v>156.74840378644353</c:v>
                </c:pt>
                <c:pt idx="208">
                  <c:v>161.95903436896921</c:v>
                </c:pt>
                <c:pt idx="209">
                  <c:v>154.99352066850184</c:v>
                </c:pt>
                <c:pt idx="210">
                  <c:v>158.92531819149545</c:v>
                </c:pt>
                <c:pt idx="211">
                  <c:v>162.69763868355975</c:v>
                </c:pt>
                <c:pt idx="212">
                  <c:v>158.25019893643199</c:v>
                </c:pt>
                <c:pt idx="213">
                  <c:v>174.64512964991351</c:v>
                </c:pt>
                <c:pt idx="214">
                  <c:v>173.79068056154802</c:v>
                </c:pt>
                <c:pt idx="215">
                  <c:v>169.25002507026335</c:v>
                </c:pt>
                <c:pt idx="216">
                  <c:v>179.80356693784171</c:v>
                </c:pt>
                <c:pt idx="217">
                  <c:v>175.35537899806559</c:v>
                </c:pt>
                <c:pt idx="218">
                  <c:v>172.47289550232355</c:v>
                </c:pt>
                <c:pt idx="219">
                  <c:v>173.88550491559593</c:v>
                </c:pt>
                <c:pt idx="220">
                  <c:v>180.85329591579165</c:v>
                </c:pt>
                <c:pt idx="221">
                  <c:v>180.65733343972573</c:v>
                </c:pt>
                <c:pt idx="222">
                  <c:v>184.39579439634983</c:v>
                </c:pt>
                <c:pt idx="223">
                  <c:v>184.70140109398793</c:v>
                </c:pt>
                <c:pt idx="224">
                  <c:v>187.49064800268812</c:v>
                </c:pt>
                <c:pt idx="225">
                  <c:v>180.26128993828073</c:v>
                </c:pt>
                <c:pt idx="226">
                  <c:v>171.2613252699789</c:v>
                </c:pt>
                <c:pt idx="227">
                  <c:v>167.53623485850727</c:v>
                </c:pt>
                <c:pt idx="228">
                  <c:v>166.74041047434102</c:v>
                </c:pt>
                <c:pt idx="229">
                  <c:v>157.50957462611487</c:v>
                </c:pt>
                <c:pt idx="230">
                  <c:v>158.88871717564555</c:v>
                </c:pt>
                <c:pt idx="231">
                  <c:v>171.25662466704841</c:v>
                </c:pt>
                <c:pt idx="232">
                  <c:v>176.73724115744886</c:v>
                </c:pt>
                <c:pt idx="233">
                  <c:v>186.6243635888824</c:v>
                </c:pt>
                <c:pt idx="234">
                  <c:v>188.88525399478618</c:v>
                </c:pt>
                <c:pt idx="235">
                  <c:v>190.73033007014109</c:v>
                </c:pt>
                <c:pt idx="236">
                  <c:v>188.61908423793315</c:v>
                </c:pt>
                <c:pt idx="237">
                  <c:v>197.39280127631176</c:v>
                </c:pt>
                <c:pt idx="238">
                  <c:v>194.42589483448842</c:v>
                </c:pt>
                <c:pt idx="239">
                  <c:v>188.60686839125418</c:v>
                </c:pt>
                <c:pt idx="240">
                  <c:v>194.43069703093641</c:v>
                </c:pt>
                <c:pt idx="241">
                  <c:v>185.20237393560649</c:v>
                </c:pt>
                <c:pt idx="242">
                  <c:v>185.44453370088181</c:v>
                </c:pt>
                <c:pt idx="243">
                  <c:v>189.18774633145685</c:v>
                </c:pt>
                <c:pt idx="244">
                  <c:v>197.18863968065133</c:v>
                </c:pt>
                <c:pt idx="245">
                  <c:v>195.02814692871084</c:v>
                </c:pt>
                <c:pt idx="246">
                  <c:v>201.05471226339995</c:v>
                </c:pt>
                <c:pt idx="247">
                  <c:v>194.46312329759493</c:v>
                </c:pt>
                <c:pt idx="248">
                  <c:v>186.61167312609527</c:v>
                </c:pt>
                <c:pt idx="249">
                  <c:v>190.74629686581542</c:v>
                </c:pt>
                <c:pt idx="250">
                  <c:v>193.52950317492207</c:v>
                </c:pt>
                <c:pt idx="251">
                  <c:v>193.66728740105899</c:v>
                </c:pt>
                <c:pt idx="252">
                  <c:v>196.9183577231818</c:v>
                </c:pt>
                <c:pt idx="253">
                  <c:v>201.29762939164937</c:v>
                </c:pt>
                <c:pt idx="254">
                  <c:v>197.3027985103495</c:v>
                </c:pt>
                <c:pt idx="255">
                  <c:v>199.12695254968531</c:v>
                </c:pt>
                <c:pt idx="256">
                  <c:v>199.76266431625046</c:v>
                </c:pt>
                <c:pt idx="257">
                  <c:v>202.08857530976971</c:v>
                </c:pt>
                <c:pt idx="258">
                  <c:v>211.01852113646282</c:v>
                </c:pt>
                <c:pt idx="259">
                  <c:v>209.9729931593466</c:v>
                </c:pt>
                <c:pt idx="260">
                  <c:v>214.55657144018497</c:v>
                </c:pt>
                <c:pt idx="261">
                  <c:v>216.42912935942547</c:v>
                </c:pt>
                <c:pt idx="262">
                  <c:v>203.6803408885591</c:v>
                </c:pt>
                <c:pt idx="263">
                  <c:v>209.40706753042033</c:v>
                </c:pt>
                <c:pt idx="264">
                  <c:v>208.11312409873958</c:v>
                </c:pt>
                <c:pt idx="265">
                  <c:v>204.10338658264308</c:v>
                </c:pt>
                <c:pt idx="266">
                  <c:v>210.69400923136149</c:v>
                </c:pt>
                <c:pt idx="267">
                  <c:v>211.5575596024334</c:v>
                </c:pt>
                <c:pt idx="268">
                  <c:v>215.76523749408651</c:v>
                </c:pt>
                <c:pt idx="269">
                  <c:v>195.18623722931116</c:v>
                </c:pt>
                <c:pt idx="270">
                  <c:v>205.75426931983762</c:v>
                </c:pt>
                <c:pt idx="271">
                  <c:v>154.7794224832239</c:v>
                </c:pt>
                <c:pt idx="272">
                  <c:v>157.5204934332223</c:v>
                </c:pt>
                <c:pt idx="273">
                  <c:v>178.25368989040743</c:v>
                </c:pt>
                <c:pt idx="274">
                  <c:v>176.91513501651849</c:v>
                </c:pt>
                <c:pt idx="275">
                  <c:v>199.49652020827432</c:v>
                </c:pt>
                <c:pt idx="276">
                  <c:v>205.83274396231005</c:v>
                </c:pt>
                <c:pt idx="277">
                  <c:v>224.42202412373996</c:v>
                </c:pt>
                <c:pt idx="278">
                  <c:v>228.98468252902217</c:v>
                </c:pt>
                <c:pt idx="279">
                  <c:v>236.00118500357078</c:v>
                </c:pt>
                <c:pt idx="280">
                  <c:v>227.17483675436213</c:v>
                </c:pt>
                <c:pt idx="281">
                  <c:v>239.173926665305</c:v>
                </c:pt>
                <c:pt idx="282">
                  <c:v>229.8309426924223</c:v>
                </c:pt>
                <c:pt idx="283">
                  <c:v>227.54428049451164</c:v>
                </c:pt>
                <c:pt idx="284">
                  <c:v>226.86199523189941</c:v>
                </c:pt>
                <c:pt idx="285">
                  <c:v>226.99307410358935</c:v>
                </c:pt>
                <c:pt idx="286">
                  <c:v>244.44359715492331</c:v>
                </c:pt>
                <c:pt idx="287">
                  <c:v>254.64544542856657</c:v>
                </c:pt>
                <c:pt idx="288">
                  <c:v>276.12610872345493</c:v>
                </c:pt>
                <c:pt idx="289">
                  <c:v>278.44938763678954</c:v>
                </c:pt>
                <c:pt idx="290">
                  <c:v>282.51073714815027</c:v>
                </c:pt>
                <c:pt idx="291">
                  <c:v>278.72985803431487</c:v>
                </c:pt>
                <c:pt idx="292">
                  <c:v>302.44127849951144</c:v>
                </c:pt>
                <c:pt idx="293">
                  <c:v>280.38014999338219</c:v>
                </c:pt>
                <c:pt idx="294">
                  <c:v>293.17771360392209</c:v>
                </c:pt>
                <c:pt idx="295">
                  <c:v>284.12378422567946</c:v>
                </c:pt>
                <c:pt idx="296">
                  <c:v>288.94794785865707</c:v>
                </c:pt>
                <c:pt idx="297">
                  <c:v>295.59586668256685</c:v>
                </c:pt>
                <c:pt idx="298">
                  <c:v>312.13773052928519</c:v>
                </c:pt>
                <c:pt idx="299">
                  <c:v>288.66479177348782</c:v>
                </c:pt>
                <c:pt idx="300">
                  <c:v>289.21786741566598</c:v>
                </c:pt>
                <c:pt idx="301">
                  <c:v>284.37473110082851</c:v>
                </c:pt>
                <c:pt idx="302">
                  <c:v>295.87502272634748</c:v>
                </c:pt>
                <c:pt idx="303">
                  <c:v>299.2959318942498</c:v>
                </c:pt>
                <c:pt idx="304">
                  <c:v>287.18507397352232</c:v>
                </c:pt>
                <c:pt idx="305">
                  <c:v>307.49947590371778</c:v>
                </c:pt>
                <c:pt idx="306">
                  <c:v>298.39146893938079</c:v>
                </c:pt>
                <c:pt idx="307">
                  <c:v>292.62808139357008</c:v>
                </c:pt>
                <c:pt idx="308">
                  <c:v>301.07901007576635</c:v>
                </c:pt>
                <c:pt idx="309">
                  <c:v>310.86131521701316</c:v>
                </c:pt>
                <c:pt idx="310">
                  <c:v>311.49758575178885</c:v>
                </c:pt>
                <c:pt idx="311">
                  <c:v>322.65761601418535</c:v>
                </c:pt>
                <c:pt idx="312">
                  <c:v>320.04951593192925</c:v>
                </c:pt>
                <c:pt idx="313">
                  <c:v>326.25463839130481</c:v>
                </c:pt>
                <c:pt idx="314">
                  <c:v>356.19010851883485</c:v>
                </c:pt>
                <c:pt idx="315">
                  <c:v>334.67421167648138</c:v>
                </c:pt>
                <c:pt idx="316">
                  <c:v>337.33144791226647</c:v>
                </c:pt>
                <c:pt idx="317">
                  <c:v>325.00137527956969</c:v>
                </c:pt>
                <c:pt idx="318">
                  <c:v>324.90100399372722</c:v>
                </c:pt>
                <c:pt idx="319">
                  <c:v>341.89843889371684</c:v>
                </c:pt>
                <c:pt idx="320">
                  <c:v>339.10343445166785</c:v>
                </c:pt>
                <c:pt idx="321">
                  <c:v>345.29757140637201</c:v>
                </c:pt>
                <c:pt idx="322">
                  <c:v>329.44781357328452</c:v>
                </c:pt>
                <c:pt idx="323">
                  <c:v>349.42588767415202</c:v>
                </c:pt>
                <c:pt idx="324">
                  <c:v>341.76286413597654</c:v>
                </c:pt>
                <c:pt idx="325">
                  <c:v>314.54119761968889</c:v>
                </c:pt>
                <c:pt idx="326">
                  <c:v>333.55414577756966</c:v>
                </c:pt>
                <c:pt idx="327">
                  <c:v>351.65389519501798</c:v>
                </c:pt>
                <c:pt idx="328">
                  <c:v>369.98708333793132</c:v>
                </c:pt>
                <c:pt idx="329">
                  <c:v>364.2031767332075</c:v>
                </c:pt>
                <c:pt idx="330">
                  <c:v>360.05975311421003</c:v>
                </c:pt>
                <c:pt idx="331">
                  <c:v>379.1611332085771</c:v>
                </c:pt>
                <c:pt idx="332">
                  <c:v>372.5152407370399</c:v>
                </c:pt>
                <c:pt idx="333">
                  <c:v>370.04471928817287</c:v>
                </c:pt>
                <c:pt idx="334">
                  <c:v>369.87287053624118</c:v>
                </c:pt>
                <c:pt idx="335">
                  <c:v>361.41312064591256</c:v>
                </c:pt>
                <c:pt idx="336">
                  <c:v>367.71412553452649</c:v>
                </c:pt>
                <c:pt idx="337">
                  <c:v>330.10561668670721</c:v>
                </c:pt>
                <c:pt idx="338">
                  <c:v>331.63603641089571</c:v>
                </c:pt>
                <c:pt idx="339">
                  <c:v>332.43993533621955</c:v>
                </c:pt>
                <c:pt idx="340">
                  <c:v>332.61326430582938</c:v>
                </c:pt>
                <c:pt idx="341">
                  <c:v>340.15523741784421</c:v>
                </c:pt>
                <c:pt idx="342">
                  <c:v>322.49621305411614</c:v>
                </c:pt>
                <c:pt idx="343">
                  <c:v>341.92368610851406</c:v>
                </c:pt>
                <c:pt idx="344">
                  <c:v>329.69952339977584</c:v>
                </c:pt>
                <c:pt idx="345">
                  <c:v>323.87859362522329</c:v>
                </c:pt>
                <c:pt idx="346">
                  <c:v>301.40714797473356</c:v>
                </c:pt>
                <c:pt idx="347">
                  <c:v>313.57925418511752</c:v>
                </c:pt>
                <c:pt idx="348">
                  <c:v>319.00072785831355</c:v>
                </c:pt>
                <c:pt idx="349">
                  <c:v>314.24102039156639</c:v>
                </c:pt>
                <c:pt idx="350">
                  <c:v>301.91044179533912</c:v>
                </c:pt>
                <c:pt idx="351">
                  <c:v>294.19139006487256</c:v>
                </c:pt>
                <c:pt idx="352">
                  <c:v>294.5962456110658</c:v>
                </c:pt>
                <c:pt idx="353">
                  <c:v>304.71380284411651</c:v>
                </c:pt>
                <c:pt idx="354">
                  <c:v>327.81764696718119</c:v>
                </c:pt>
                <c:pt idx="355">
                  <c:v>330.18667383370246</c:v>
                </c:pt>
                <c:pt idx="356">
                  <c:v>328.85801252750616</c:v>
                </c:pt>
                <c:pt idx="357">
                  <c:v>329.19048800205974</c:v>
                </c:pt>
                <c:pt idx="358">
                  <c:v>349.40086842977854</c:v>
                </c:pt>
                <c:pt idx="359">
                  <c:v>340.723662458175</c:v>
                </c:pt>
                <c:pt idx="360">
                  <c:v>332.80003305063536</c:v>
                </c:pt>
                <c:pt idx="361">
                  <c:v>322.74297953767672</c:v>
                </c:pt>
                <c:pt idx="362">
                  <c:v>326.39147520459937</c:v>
                </c:pt>
                <c:pt idx="363">
                  <c:v>323.41337409427445</c:v>
                </c:pt>
                <c:pt idx="364">
                  <c:v>326.33311300848231</c:v>
                </c:pt>
                <c:pt idx="365">
                  <c:v>331.52905374702902</c:v>
                </c:pt>
                <c:pt idx="366">
                  <c:v>322.33706814851183</c:v>
                </c:pt>
                <c:pt idx="367">
                  <c:v>347.5794806445374</c:v>
                </c:pt>
                <c:pt idx="368">
                  <c:v>354.3927473953562</c:v>
                </c:pt>
                <c:pt idx="369">
                  <c:v>331.82418251825601</c:v>
                </c:pt>
                <c:pt idx="370">
                  <c:v>338.85717996059168</c:v>
                </c:pt>
                <c:pt idx="371">
                  <c:v>363.36943238819146</c:v>
                </c:pt>
                <c:pt idx="372">
                  <c:v>384.79194114248696</c:v>
                </c:pt>
                <c:pt idx="373">
                  <c:v>369.13599696222212</c:v>
                </c:pt>
                <c:pt idx="374">
                  <c:v>394.01131710425813</c:v>
                </c:pt>
                <c:pt idx="375">
                  <c:v>413.50793394600134</c:v>
                </c:pt>
                <c:pt idx="376">
                  <c:v>404.86740934601806</c:v>
                </c:pt>
                <c:pt idx="377">
                  <c:v>414.04335513861025</c:v>
                </c:pt>
                <c:pt idx="378">
                  <c:v>413.45778602380193</c:v>
                </c:pt>
                <c:pt idx="379">
                  <c:v>416.42425850827163</c:v>
                </c:pt>
                <c:pt idx="380">
                  <c:v>434.00096183429383</c:v>
                </c:pt>
                <c:pt idx="381">
                  <c:v>410.80437109761266</c:v>
                </c:pt>
                <c:pt idx="382">
                  <c:v>385.3603254941591</c:v>
                </c:pt>
                <c:pt idx="383">
                  <c:v>376.29449596175311</c:v>
                </c:pt>
                <c:pt idx="384">
                  <c:v>335.11452108207828</c:v>
                </c:pt>
                <c:pt idx="385">
                  <c:v>361.24759838828567</c:v>
                </c:pt>
                <c:pt idx="386">
                  <c:v>362.78624648544519</c:v>
                </c:pt>
                <c:pt idx="387">
                  <c:v>376.13106254136903</c:v>
                </c:pt>
                <c:pt idx="388">
                  <c:v>355.66583067746501</c:v>
                </c:pt>
                <c:pt idx="389">
                  <c:v>330.34874998224797</c:v>
                </c:pt>
                <c:pt idx="390">
                  <c:v>295.65533673359596</c:v>
                </c:pt>
                <c:pt idx="391">
                  <c:v>285.67055561248662</c:v>
                </c:pt>
                <c:pt idx="392">
                  <c:v>284.54331700177408</c:v>
                </c:pt>
                <c:pt idx="393">
                  <c:v>253.74369736969345</c:v>
                </c:pt>
                <c:pt idx="394">
                  <c:v>254.10967318701279</c:v>
                </c:pt>
                <c:pt idx="395">
                  <c:v>256.78060789838884</c:v>
                </c:pt>
                <c:pt idx="396">
                  <c:v>260.91120960853567</c:v>
                </c:pt>
                <c:pt idx="397">
                  <c:v>274.1117523623958</c:v>
                </c:pt>
                <c:pt idx="398">
                  <c:v>276.09363479139665</c:v>
                </c:pt>
                <c:pt idx="399">
                  <c:v>286.47643271123798</c:v>
                </c:pt>
                <c:pt idx="400">
                  <c:v>250.28731846544943</c:v>
                </c:pt>
                <c:pt idx="401">
                  <c:v>269.01207309164693</c:v>
                </c:pt>
                <c:pt idx="402">
                  <c:v>267.13417406710346</c:v>
                </c:pt>
                <c:pt idx="403">
                  <c:v>272.07553862678355</c:v>
                </c:pt>
                <c:pt idx="404">
                  <c:v>274.05454666034086</c:v>
                </c:pt>
                <c:pt idx="405">
                  <c:v>289.72109262185438</c:v>
                </c:pt>
                <c:pt idx="406">
                  <c:v>277.07392546681712</c:v>
                </c:pt>
                <c:pt idx="407">
                  <c:v>272.32400233183472</c:v>
                </c:pt>
                <c:pt idx="408">
                  <c:v>290.54683669906296</c:v>
                </c:pt>
                <c:pt idx="409">
                  <c:v>273.12822452637062</c:v>
                </c:pt>
                <c:pt idx="410">
                  <c:v>318.24849630345113</c:v>
                </c:pt>
                <c:pt idx="411">
                  <c:v>304.77563461328634</c:v>
                </c:pt>
                <c:pt idx="412">
                  <c:v>321.35685757677425</c:v>
                </c:pt>
                <c:pt idx="413">
                  <c:v>336.46527646395913</c:v>
                </c:pt>
                <c:pt idx="414">
                  <c:v>333.33055603530437</c:v>
                </c:pt>
                <c:pt idx="415">
                  <c:v>323.8351741229755</c:v>
                </c:pt>
                <c:pt idx="416">
                  <c:v>326.94474821166921</c:v>
                </c:pt>
                <c:pt idx="417">
                  <c:v>330.9390269848609</c:v>
                </c:pt>
                <c:pt idx="418">
                  <c:v>343.33339157789572</c:v>
                </c:pt>
                <c:pt idx="419">
                  <c:v>366.49701525410387</c:v>
                </c:pt>
                <c:pt idx="420">
                  <c:v>360.47465598562638</c:v>
                </c:pt>
                <c:pt idx="421">
                  <c:v>369.03057415878828</c:v>
                </c:pt>
                <c:pt idx="422">
                  <c:v>360.48739849270152</c:v>
                </c:pt>
                <c:pt idx="423">
                  <c:v>342.07170098408449</c:v>
                </c:pt>
                <c:pt idx="424">
                  <c:v>332.36920645991569</c:v>
                </c:pt>
                <c:pt idx="425">
                  <c:v>315.93800318579832</c:v>
                </c:pt>
                <c:pt idx="426">
                  <c:v>333.69892939039926</c:v>
                </c:pt>
                <c:pt idx="427">
                  <c:v>310.02395139292935</c:v>
                </c:pt>
                <c:pt idx="428">
                  <c:v>315.25973447088268</c:v>
                </c:pt>
                <c:pt idx="429">
                  <c:v>334.03192237721731</c:v>
                </c:pt>
                <c:pt idx="430">
                  <c:v>355.65714165117305</c:v>
                </c:pt>
                <c:pt idx="431">
                  <c:v>380.46860931498833</c:v>
                </c:pt>
                <c:pt idx="432">
                  <c:v>399.2395317118374</c:v>
                </c:pt>
                <c:pt idx="433">
                  <c:v>395.47918184040145</c:v>
                </c:pt>
                <c:pt idx="434">
                  <c:v>396.24534835909373</c:v>
                </c:pt>
                <c:pt idx="435">
                  <c:v>402.90455366547366</c:v>
                </c:pt>
                <c:pt idx="436">
                  <c:v>388.80453059464509</c:v>
                </c:pt>
                <c:pt idx="437">
                  <c:v>381.29648589323267</c:v>
                </c:pt>
                <c:pt idx="438">
                  <c:v>359.25934163245375</c:v>
                </c:pt>
                <c:pt idx="439">
                  <c:v>361.83979829783499</c:v>
                </c:pt>
                <c:pt idx="440">
                  <c:v>366.00341684234132</c:v>
                </c:pt>
                <c:pt idx="441">
                  <c:v>373.36738452308612</c:v>
                </c:pt>
                <c:pt idx="442">
                  <c:v>359.58986668947546</c:v>
                </c:pt>
                <c:pt idx="443">
                  <c:v>358.20483264682224</c:v>
                </c:pt>
                <c:pt idx="444">
                  <c:v>355.14270743345503</c:v>
                </c:pt>
                <c:pt idx="445">
                  <c:v>385.82275697891532</c:v>
                </c:pt>
                <c:pt idx="446">
                  <c:v>383.99756919364478</c:v>
                </c:pt>
                <c:pt idx="447">
                  <c:v>384.04252453619557</c:v>
                </c:pt>
                <c:pt idx="448">
                  <c:v>381.99453967773621</c:v>
                </c:pt>
                <c:pt idx="449">
                  <c:v>381.5380169323933</c:v>
                </c:pt>
                <c:pt idx="450">
                  <c:v>357.62579281905164</c:v>
                </c:pt>
                <c:pt idx="451">
                  <c:v>364.55562956247206</c:v>
                </c:pt>
                <c:pt idx="452">
                  <c:v>379.59980339647757</c:v>
                </c:pt>
                <c:pt idx="453">
                  <c:v>369.1167307154966</c:v>
                </c:pt>
                <c:pt idx="454">
                  <c:v>379.81051157770014</c:v>
                </c:pt>
                <c:pt idx="455">
                  <c:v>364.44715640054727</c:v>
                </c:pt>
                <c:pt idx="456">
                  <c:v>349.27799802750826</c:v>
                </c:pt>
                <c:pt idx="457">
                  <c:v>339.68695723331643</c:v>
                </c:pt>
                <c:pt idx="458">
                  <c:v>352.1653854661435</c:v>
                </c:pt>
                <c:pt idx="459">
                  <c:v>364.69106783526667</c:v>
                </c:pt>
                <c:pt idx="460">
                  <c:v>351.10327008111381</c:v>
                </c:pt>
                <c:pt idx="461">
                  <c:v>327.13891876369235</c:v>
                </c:pt>
                <c:pt idx="462">
                  <c:v>320.00856578206373</c:v>
                </c:pt>
                <c:pt idx="463">
                  <c:v>326.03191335931064</c:v>
                </c:pt>
                <c:pt idx="464">
                  <c:v>327.97678624650109</c:v>
                </c:pt>
                <c:pt idx="465">
                  <c:v>328.71804334523313</c:v>
                </c:pt>
                <c:pt idx="466">
                  <c:v>324.34343749257698</c:v>
                </c:pt>
                <c:pt idx="467">
                  <c:v>339.85198952082789</c:v>
                </c:pt>
                <c:pt idx="468">
                  <c:v>342.82253843165512</c:v>
                </c:pt>
                <c:pt idx="469">
                  <c:v>343.83260265210635</c:v>
                </c:pt>
                <c:pt idx="470">
                  <c:v>345.20547620939033</c:v>
                </c:pt>
                <c:pt idx="471">
                  <c:v>337.27372258315648</c:v>
                </c:pt>
                <c:pt idx="472">
                  <c:v>322.65281357655971</c:v>
                </c:pt>
                <c:pt idx="473">
                  <c:v>335.77351118113336</c:v>
                </c:pt>
                <c:pt idx="474">
                  <c:v>339.6531250730514</c:v>
                </c:pt>
                <c:pt idx="475">
                  <c:v>325.03307690242582</c:v>
                </c:pt>
                <c:pt idx="476">
                  <c:v>321.57499360502425</c:v>
                </c:pt>
                <c:pt idx="477">
                  <c:v>316.94116271457585</c:v>
                </c:pt>
                <c:pt idx="478">
                  <c:v>320.41734820989126</c:v>
                </c:pt>
                <c:pt idx="479">
                  <c:v>343.51689367740204</c:v>
                </c:pt>
                <c:pt idx="480">
                  <c:v>364.75182056343152</c:v>
                </c:pt>
                <c:pt idx="481">
                  <c:v>368.03713251473334</c:v>
                </c:pt>
                <c:pt idx="482">
                  <c:v>386.47999001229942</c:v>
                </c:pt>
                <c:pt idx="483">
                  <c:v>406.65706681185856</c:v>
                </c:pt>
                <c:pt idx="484">
                  <c:v>423.65613120230563</c:v>
                </c:pt>
                <c:pt idx="485">
                  <c:v>424.84216680151945</c:v>
                </c:pt>
                <c:pt idx="486">
                  <c:v>427.02502752940404</c:v>
                </c:pt>
                <c:pt idx="487">
                  <c:v>420.01704236718496</c:v>
                </c:pt>
                <c:pt idx="488">
                  <c:v>450.51153204678457</c:v>
                </c:pt>
                <c:pt idx="489">
                  <c:v>460.27238439462752</c:v>
                </c:pt>
                <c:pt idx="490">
                  <c:v>453.94140681801832</c:v>
                </c:pt>
                <c:pt idx="491">
                  <c:v>457.28502570981095</c:v>
                </c:pt>
                <c:pt idx="492">
                  <c:v>452.66228958147178</c:v>
                </c:pt>
                <c:pt idx="493">
                  <c:v>423.88701296883966</c:v>
                </c:pt>
                <c:pt idx="494">
                  <c:v>436.29124237560637</c:v>
                </c:pt>
                <c:pt idx="495">
                  <c:v>449.4394383346193</c:v>
                </c:pt>
                <c:pt idx="496">
                  <c:v>462.12225598912124</c:v>
                </c:pt>
                <c:pt idx="497">
                  <c:v>476.2995437661408</c:v>
                </c:pt>
                <c:pt idx="498">
                  <c:v>453.49407235142695</c:v>
                </c:pt>
                <c:pt idx="499">
                  <c:v>446.76103428084423</c:v>
                </c:pt>
                <c:pt idx="500">
                  <c:v>450.98157585517254</c:v>
                </c:pt>
                <c:pt idx="501">
                  <c:v>422.77695829814564</c:v>
                </c:pt>
                <c:pt idx="502">
                  <c:v>452.42227186660273</c:v>
                </c:pt>
                <c:pt idx="503">
                  <c:v>461.23188251365076</c:v>
                </c:pt>
                <c:pt idx="504">
                  <c:v>459.36449028589567</c:v>
                </c:pt>
                <c:pt idx="505">
                  <c:v>424.58455075658009</c:v>
                </c:pt>
                <c:pt idx="506">
                  <c:v>455.50455434822004</c:v>
                </c:pt>
                <c:pt idx="507">
                  <c:v>469.38107320549238</c:v>
                </c:pt>
                <c:pt idx="508">
                  <c:v>496.64801981048458</c:v>
                </c:pt>
                <c:pt idx="509">
                  <c:v>478.22083195852071</c:v>
                </c:pt>
                <c:pt idx="510">
                  <c:v>486.19072563721778</c:v>
                </c:pt>
                <c:pt idx="511">
                  <c:v>490.35671484541899</c:v>
                </c:pt>
                <c:pt idx="512">
                  <c:v>501.75896729732995</c:v>
                </c:pt>
                <c:pt idx="513">
                  <c:v>485.12135384679505</c:v>
                </c:pt>
                <c:pt idx="514">
                  <c:v>505.49088130902089</c:v>
                </c:pt>
                <c:pt idx="515">
                  <c:v>461.18110251702495</c:v>
                </c:pt>
                <c:pt idx="516">
                  <c:v>487.67944094034584</c:v>
                </c:pt>
                <c:pt idx="517">
                  <c:v>479.15148722586724</c:v>
                </c:pt>
                <c:pt idx="518">
                  <c:v>485.83331051392042</c:v>
                </c:pt>
                <c:pt idx="519">
                  <c:v>477.49155170582492</c:v>
                </c:pt>
                <c:pt idx="520">
                  <c:v>435.32246848700277</c:v>
                </c:pt>
                <c:pt idx="521">
                  <c:v>452.59260304564327</c:v>
                </c:pt>
                <c:pt idx="522">
                  <c:v>460.75740638729093</c:v>
                </c:pt>
                <c:pt idx="523">
                  <c:v>480.58921437597496</c:v>
                </c:pt>
                <c:pt idx="524">
                  <c:v>463.57905101558379</c:v>
                </c:pt>
                <c:pt idx="525">
                  <c:v>469.06511319759784</c:v>
                </c:pt>
                <c:pt idx="526">
                  <c:v>481.35515306195236</c:v>
                </c:pt>
                <c:pt idx="527">
                  <c:v>492.82941560195911</c:v>
                </c:pt>
                <c:pt idx="528">
                  <c:v>502.64731150378668</c:v>
                </c:pt>
                <c:pt idx="529">
                  <c:v>505.97428933380201</c:v>
                </c:pt>
                <c:pt idx="530">
                  <c:v>477.72362545936727</c:v>
                </c:pt>
                <c:pt idx="531">
                  <c:v>494.60924633905</c:v>
                </c:pt>
                <c:pt idx="532">
                  <c:v>513.24622790964361</c:v>
                </c:pt>
                <c:pt idx="533">
                  <c:v>534.85647127032564</c:v>
                </c:pt>
                <c:pt idx="534">
                  <c:v>524.61761213365901</c:v>
                </c:pt>
                <c:pt idx="535">
                  <c:v>484.49866130578312</c:v>
                </c:pt>
                <c:pt idx="536">
                  <c:v>463.2560617915608</c:v>
                </c:pt>
                <c:pt idx="537">
                  <c:v>494.70232247967056</c:v>
                </c:pt>
                <c:pt idx="538">
                  <c:v>521.54156517962815</c:v>
                </c:pt>
                <c:pt idx="539">
                  <c:v>500.66099724242764</c:v>
                </c:pt>
                <c:pt idx="540">
                  <c:v>512.4888910840773</c:v>
                </c:pt>
                <c:pt idx="541">
                  <c:v>516.03701759392254</c:v>
                </c:pt>
                <c:pt idx="542">
                  <c:v>524.59008097212393</c:v>
                </c:pt>
                <c:pt idx="543">
                  <c:v>540.61016130786402</c:v>
                </c:pt>
                <c:pt idx="544">
                  <c:v>568.77933154110349</c:v>
                </c:pt>
                <c:pt idx="545">
                  <c:v>565.08694770099009</c:v>
                </c:pt>
                <c:pt idx="546">
                  <c:v>566.75905079284587</c:v>
                </c:pt>
                <c:pt idx="547">
                  <c:v>594.06100536267081</c:v>
                </c:pt>
                <c:pt idx="548">
                  <c:v>598.89971766680935</c:v>
                </c:pt>
                <c:pt idx="549">
                  <c:v>579.4743992091627</c:v>
                </c:pt>
                <c:pt idx="550">
                  <c:v>572.5312445488006</c:v>
                </c:pt>
                <c:pt idx="551">
                  <c:v>579.66936610179698</c:v>
                </c:pt>
                <c:pt idx="552">
                  <c:v>575.17937271459414</c:v>
                </c:pt>
                <c:pt idx="553">
                  <c:v>622.53083792369398</c:v>
                </c:pt>
                <c:pt idx="554">
                  <c:v>625.08191420862272</c:v>
                </c:pt>
                <c:pt idx="555">
                  <c:v>631.26268596954935</c:v>
                </c:pt>
                <c:pt idx="556">
                  <c:v>650.82726549757126</c:v>
                </c:pt>
                <c:pt idx="557">
                  <c:v>673.57859074124792</c:v>
                </c:pt>
                <c:pt idx="558">
                  <c:v>729.23271300946078</c:v>
                </c:pt>
                <c:pt idx="559">
                  <c:v>721.87778693787311</c:v>
                </c:pt>
                <c:pt idx="560">
                  <c:v>793.66505536112174</c:v>
                </c:pt>
                <c:pt idx="561">
                  <c:v>838.4942496482463</c:v>
                </c:pt>
                <c:pt idx="562">
                  <c:v>838.4856608330341</c:v>
                </c:pt>
                <c:pt idx="563">
                  <c:v>884.60232100517089</c:v>
                </c:pt>
                <c:pt idx="564">
                  <c:v>806.12237483562922</c:v>
                </c:pt>
                <c:pt idx="565">
                  <c:v>829.10679501523089</c:v>
                </c:pt>
                <c:pt idx="566">
                  <c:v>839.39040202312674</c:v>
                </c:pt>
                <c:pt idx="567">
                  <c:v>883.37846518900858</c:v>
                </c:pt>
                <c:pt idx="568">
                  <c:v>843.41654619353255</c:v>
                </c:pt>
                <c:pt idx="569">
                  <c:v>926.28997507233771</c:v>
                </c:pt>
                <c:pt idx="570">
                  <c:v>945.89078279806165</c:v>
                </c:pt>
                <c:pt idx="571">
                  <c:v>976.9737865820448</c:v>
                </c:pt>
                <c:pt idx="572">
                  <c:v>975.59108723825557</c:v>
                </c:pt>
                <c:pt idx="573">
                  <c:v>1021.9048989401662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5C-46CC-A7CB-3FC34F027E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Energía</c:v>
                </c:pt>
              </c:strCache>
            </c:strRef>
          </c:tx>
          <c:spPr>
            <a:ln w="25400" cap="flat">
              <a:solidFill>
                <a:srgbClr val="3E8E6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Sheet1!$A$2:$A$575</c:f>
              <c:strCache>
                <c:ptCount val="574"/>
                <c:pt idx="0">
                  <c:v>2015-01</c:v>
                </c:pt>
                <c:pt idx="1">
                  <c:v>2015-01</c:v>
                </c:pt>
                <c:pt idx="2">
                  <c:v>2015-01</c:v>
                </c:pt>
                <c:pt idx="3">
                  <c:v>2015-01</c:v>
                </c:pt>
                <c:pt idx="4">
                  <c:v>2015-01</c:v>
                </c:pt>
                <c:pt idx="5">
                  <c:v>2015-02</c:v>
                </c:pt>
                <c:pt idx="6">
                  <c:v>2015-02</c:v>
                </c:pt>
                <c:pt idx="7">
                  <c:v>2015-02</c:v>
                </c:pt>
                <c:pt idx="8">
                  <c:v>2015-02</c:v>
                </c:pt>
                <c:pt idx="9">
                  <c:v>2015-03</c:v>
                </c:pt>
                <c:pt idx="10">
                  <c:v>2015-03</c:v>
                </c:pt>
                <c:pt idx="11">
                  <c:v>2015-03</c:v>
                </c:pt>
                <c:pt idx="12">
                  <c:v>2015-03</c:v>
                </c:pt>
                <c:pt idx="13">
                  <c:v>2015-04</c:v>
                </c:pt>
                <c:pt idx="14">
                  <c:v>2015-04</c:v>
                </c:pt>
                <c:pt idx="15">
                  <c:v>2015-04</c:v>
                </c:pt>
                <c:pt idx="16">
                  <c:v>2015-04</c:v>
                </c:pt>
                <c:pt idx="17">
                  <c:v>2015-04</c:v>
                </c:pt>
                <c:pt idx="18">
                  <c:v>2015-05</c:v>
                </c:pt>
                <c:pt idx="19">
                  <c:v>2015-05</c:v>
                </c:pt>
                <c:pt idx="20">
                  <c:v>2015-05</c:v>
                </c:pt>
                <c:pt idx="21">
                  <c:v>2015-05</c:v>
                </c:pt>
                <c:pt idx="22">
                  <c:v>2015-06</c:v>
                </c:pt>
                <c:pt idx="23">
                  <c:v>2015-06</c:v>
                </c:pt>
                <c:pt idx="24">
                  <c:v>2015-06</c:v>
                </c:pt>
                <c:pt idx="25">
                  <c:v>2015-06</c:v>
                </c:pt>
                <c:pt idx="26">
                  <c:v>2015-07</c:v>
                </c:pt>
                <c:pt idx="27">
                  <c:v>2015-07</c:v>
                </c:pt>
                <c:pt idx="28">
                  <c:v>2015-07</c:v>
                </c:pt>
                <c:pt idx="29">
                  <c:v>2015-07</c:v>
                </c:pt>
                <c:pt idx="30">
                  <c:v>2015-07</c:v>
                </c:pt>
                <c:pt idx="31">
                  <c:v>2015-08</c:v>
                </c:pt>
                <c:pt idx="32">
                  <c:v>2015-08</c:v>
                </c:pt>
                <c:pt idx="33">
                  <c:v>2015-08</c:v>
                </c:pt>
                <c:pt idx="34">
                  <c:v>2015-08</c:v>
                </c:pt>
                <c:pt idx="35">
                  <c:v>2015-09</c:v>
                </c:pt>
                <c:pt idx="36">
                  <c:v>2015-09</c:v>
                </c:pt>
                <c:pt idx="37">
                  <c:v>2015-09</c:v>
                </c:pt>
                <c:pt idx="38">
                  <c:v>2015-09</c:v>
                </c:pt>
                <c:pt idx="39">
                  <c:v>2015-10</c:v>
                </c:pt>
                <c:pt idx="40">
                  <c:v>2015-10</c:v>
                </c:pt>
                <c:pt idx="41">
                  <c:v>2015-10</c:v>
                </c:pt>
                <c:pt idx="42">
                  <c:v>2015-10</c:v>
                </c:pt>
                <c:pt idx="43">
                  <c:v>2015-10</c:v>
                </c:pt>
                <c:pt idx="44">
                  <c:v>2015-11</c:v>
                </c:pt>
                <c:pt idx="45">
                  <c:v>2015-11</c:v>
                </c:pt>
                <c:pt idx="46">
                  <c:v>2015-11</c:v>
                </c:pt>
                <c:pt idx="47">
                  <c:v>2015-11</c:v>
                </c:pt>
                <c:pt idx="48">
                  <c:v>2015-12</c:v>
                </c:pt>
                <c:pt idx="49">
                  <c:v>2015-12</c:v>
                </c:pt>
                <c:pt idx="50">
                  <c:v>2015-12</c:v>
                </c:pt>
                <c:pt idx="51">
                  <c:v>2015-12</c:v>
                </c:pt>
                <c:pt idx="52">
                  <c:v>2015-12</c:v>
                </c:pt>
                <c:pt idx="53">
                  <c:v>2016-01</c:v>
                </c:pt>
                <c:pt idx="54">
                  <c:v>2016-01</c:v>
                </c:pt>
                <c:pt idx="55">
                  <c:v>2016-01</c:v>
                </c:pt>
                <c:pt idx="56">
                  <c:v>2016-01</c:v>
                </c:pt>
                <c:pt idx="57">
                  <c:v>2016-02</c:v>
                </c:pt>
                <c:pt idx="58">
                  <c:v>2016-02</c:v>
                </c:pt>
                <c:pt idx="59">
                  <c:v>2016-02</c:v>
                </c:pt>
                <c:pt idx="60">
                  <c:v>2016-02</c:v>
                </c:pt>
                <c:pt idx="61">
                  <c:v>2016-03</c:v>
                </c:pt>
                <c:pt idx="62">
                  <c:v>2016-03</c:v>
                </c:pt>
                <c:pt idx="63">
                  <c:v>2016-03</c:v>
                </c:pt>
                <c:pt idx="64">
                  <c:v>2016-03</c:v>
                </c:pt>
                <c:pt idx="65">
                  <c:v>2016-03</c:v>
                </c:pt>
                <c:pt idx="66">
                  <c:v>2016-04</c:v>
                </c:pt>
                <c:pt idx="67">
                  <c:v>2016-04</c:v>
                </c:pt>
                <c:pt idx="68">
                  <c:v>2016-04</c:v>
                </c:pt>
                <c:pt idx="69">
                  <c:v>2016-04</c:v>
                </c:pt>
                <c:pt idx="70">
                  <c:v>2016-05</c:v>
                </c:pt>
                <c:pt idx="71">
                  <c:v>2016-05</c:v>
                </c:pt>
                <c:pt idx="72">
                  <c:v>2016-05</c:v>
                </c:pt>
                <c:pt idx="73">
                  <c:v>2016-05</c:v>
                </c:pt>
                <c:pt idx="74">
                  <c:v>2016-06</c:v>
                </c:pt>
                <c:pt idx="75">
                  <c:v>2016-06</c:v>
                </c:pt>
                <c:pt idx="76">
                  <c:v>2016-06</c:v>
                </c:pt>
                <c:pt idx="77">
                  <c:v>2016-06</c:v>
                </c:pt>
                <c:pt idx="78">
                  <c:v>2016-06</c:v>
                </c:pt>
                <c:pt idx="79">
                  <c:v>2016-07</c:v>
                </c:pt>
                <c:pt idx="80">
                  <c:v>2016-07</c:v>
                </c:pt>
                <c:pt idx="81">
                  <c:v>2016-07</c:v>
                </c:pt>
                <c:pt idx="82">
                  <c:v>2016-07</c:v>
                </c:pt>
                <c:pt idx="83">
                  <c:v>2016-08</c:v>
                </c:pt>
                <c:pt idx="84">
                  <c:v>2016-08</c:v>
                </c:pt>
                <c:pt idx="85">
                  <c:v>2016-08</c:v>
                </c:pt>
                <c:pt idx="86">
                  <c:v>2016-08</c:v>
                </c:pt>
                <c:pt idx="87">
                  <c:v>2016-09</c:v>
                </c:pt>
                <c:pt idx="88">
                  <c:v>2016-09</c:v>
                </c:pt>
                <c:pt idx="89">
                  <c:v>2016-09</c:v>
                </c:pt>
                <c:pt idx="90">
                  <c:v>2016-09</c:v>
                </c:pt>
                <c:pt idx="91">
                  <c:v>2016-09</c:v>
                </c:pt>
                <c:pt idx="92">
                  <c:v>2016-10</c:v>
                </c:pt>
                <c:pt idx="93">
                  <c:v>2016-10</c:v>
                </c:pt>
                <c:pt idx="94">
                  <c:v>2016-10</c:v>
                </c:pt>
                <c:pt idx="95">
                  <c:v>2016-10</c:v>
                </c:pt>
                <c:pt idx="96">
                  <c:v>2016-11</c:v>
                </c:pt>
                <c:pt idx="97">
                  <c:v>2016-11</c:v>
                </c:pt>
                <c:pt idx="98">
                  <c:v>2016-11</c:v>
                </c:pt>
                <c:pt idx="99">
                  <c:v>2016-11</c:v>
                </c:pt>
                <c:pt idx="100">
                  <c:v>2016-12</c:v>
                </c:pt>
                <c:pt idx="101">
                  <c:v>2016-12</c:v>
                </c:pt>
                <c:pt idx="102">
                  <c:v>2016-12</c:v>
                </c:pt>
                <c:pt idx="103">
                  <c:v>2016-12</c:v>
                </c:pt>
                <c:pt idx="104">
                  <c:v>2016-12</c:v>
                </c:pt>
                <c:pt idx="105">
                  <c:v>2017-01</c:v>
                </c:pt>
                <c:pt idx="106">
                  <c:v>2017-01</c:v>
                </c:pt>
                <c:pt idx="107">
                  <c:v>2017-01</c:v>
                </c:pt>
                <c:pt idx="108">
                  <c:v>2017-01</c:v>
                </c:pt>
                <c:pt idx="109">
                  <c:v>2017-02</c:v>
                </c:pt>
                <c:pt idx="110">
                  <c:v>2017-02</c:v>
                </c:pt>
                <c:pt idx="111">
                  <c:v>2017-02</c:v>
                </c:pt>
                <c:pt idx="112">
                  <c:v>2017-02</c:v>
                </c:pt>
                <c:pt idx="113">
                  <c:v>2017-03</c:v>
                </c:pt>
                <c:pt idx="114">
                  <c:v>2017-03</c:v>
                </c:pt>
                <c:pt idx="115">
                  <c:v>2017-03</c:v>
                </c:pt>
                <c:pt idx="116">
                  <c:v>2017-03</c:v>
                </c:pt>
                <c:pt idx="117">
                  <c:v>2017-03</c:v>
                </c:pt>
                <c:pt idx="118">
                  <c:v>2017-04</c:v>
                </c:pt>
                <c:pt idx="119">
                  <c:v>2017-04</c:v>
                </c:pt>
                <c:pt idx="120">
                  <c:v>2017-04</c:v>
                </c:pt>
                <c:pt idx="121">
                  <c:v>2017-04</c:v>
                </c:pt>
                <c:pt idx="122">
                  <c:v>2017-05</c:v>
                </c:pt>
                <c:pt idx="123">
                  <c:v>2017-05</c:v>
                </c:pt>
                <c:pt idx="124">
                  <c:v>2017-05</c:v>
                </c:pt>
                <c:pt idx="125">
                  <c:v>2017-05</c:v>
                </c:pt>
                <c:pt idx="126">
                  <c:v>2017-06</c:v>
                </c:pt>
                <c:pt idx="127">
                  <c:v>2017-06</c:v>
                </c:pt>
                <c:pt idx="128">
                  <c:v>2017-06</c:v>
                </c:pt>
                <c:pt idx="129">
                  <c:v>2017-06</c:v>
                </c:pt>
                <c:pt idx="130">
                  <c:v>2017-06</c:v>
                </c:pt>
                <c:pt idx="131">
                  <c:v>2017-07</c:v>
                </c:pt>
                <c:pt idx="132">
                  <c:v>2017-07</c:v>
                </c:pt>
                <c:pt idx="133">
                  <c:v>2017-07</c:v>
                </c:pt>
                <c:pt idx="134">
                  <c:v>2017-07</c:v>
                </c:pt>
                <c:pt idx="135">
                  <c:v>2017-08</c:v>
                </c:pt>
                <c:pt idx="136">
                  <c:v>2017-08</c:v>
                </c:pt>
                <c:pt idx="137">
                  <c:v>2017-08</c:v>
                </c:pt>
                <c:pt idx="138">
                  <c:v>2017-08</c:v>
                </c:pt>
                <c:pt idx="139">
                  <c:v>2017-08</c:v>
                </c:pt>
                <c:pt idx="140">
                  <c:v>2017-09</c:v>
                </c:pt>
                <c:pt idx="141">
                  <c:v>2017-09</c:v>
                </c:pt>
                <c:pt idx="142">
                  <c:v>2017-09</c:v>
                </c:pt>
                <c:pt idx="143">
                  <c:v>2017-09</c:v>
                </c:pt>
                <c:pt idx="144">
                  <c:v>2017-10</c:v>
                </c:pt>
                <c:pt idx="145">
                  <c:v>2017-10</c:v>
                </c:pt>
                <c:pt idx="146">
                  <c:v>2017-10</c:v>
                </c:pt>
                <c:pt idx="147">
                  <c:v>2017-10</c:v>
                </c:pt>
                <c:pt idx="148">
                  <c:v>2017-11</c:v>
                </c:pt>
                <c:pt idx="149">
                  <c:v>2017-11</c:v>
                </c:pt>
                <c:pt idx="150">
                  <c:v>2017-11</c:v>
                </c:pt>
                <c:pt idx="151">
                  <c:v>2017-11</c:v>
                </c:pt>
                <c:pt idx="152">
                  <c:v>2017-11</c:v>
                </c:pt>
                <c:pt idx="153">
                  <c:v>2017-12</c:v>
                </c:pt>
                <c:pt idx="154">
                  <c:v>2017-12</c:v>
                </c:pt>
                <c:pt idx="155">
                  <c:v>2017-12</c:v>
                </c:pt>
                <c:pt idx="156">
                  <c:v>2017-12</c:v>
                </c:pt>
                <c:pt idx="157">
                  <c:v>2018-01</c:v>
                </c:pt>
                <c:pt idx="158">
                  <c:v>2018-01</c:v>
                </c:pt>
                <c:pt idx="159">
                  <c:v>2018-01</c:v>
                </c:pt>
                <c:pt idx="160">
                  <c:v>2018-01</c:v>
                </c:pt>
                <c:pt idx="161">
                  <c:v>2018-02</c:v>
                </c:pt>
                <c:pt idx="162">
                  <c:v>2018-02</c:v>
                </c:pt>
                <c:pt idx="163">
                  <c:v>2018-02</c:v>
                </c:pt>
                <c:pt idx="164">
                  <c:v>2018-02</c:v>
                </c:pt>
                <c:pt idx="165">
                  <c:v>2018-03</c:v>
                </c:pt>
                <c:pt idx="166">
                  <c:v>2018-03</c:v>
                </c:pt>
                <c:pt idx="167">
                  <c:v>2018-03</c:v>
                </c:pt>
                <c:pt idx="168">
                  <c:v>2018-03</c:v>
                </c:pt>
                <c:pt idx="169">
                  <c:v>2018-03</c:v>
                </c:pt>
                <c:pt idx="170">
                  <c:v>2018-04</c:v>
                </c:pt>
                <c:pt idx="171">
                  <c:v>2018-04</c:v>
                </c:pt>
                <c:pt idx="172">
                  <c:v>2018-04</c:v>
                </c:pt>
                <c:pt idx="173">
                  <c:v>2018-04</c:v>
                </c:pt>
                <c:pt idx="174">
                  <c:v>2018-05</c:v>
                </c:pt>
                <c:pt idx="175">
                  <c:v>2018-05</c:v>
                </c:pt>
                <c:pt idx="176">
                  <c:v>2018-05</c:v>
                </c:pt>
                <c:pt idx="177">
                  <c:v>2018-05</c:v>
                </c:pt>
                <c:pt idx="178">
                  <c:v>2018-05</c:v>
                </c:pt>
                <c:pt idx="179">
                  <c:v>2018-06</c:v>
                </c:pt>
                <c:pt idx="180">
                  <c:v>2018-06</c:v>
                </c:pt>
                <c:pt idx="181">
                  <c:v>2018-06</c:v>
                </c:pt>
                <c:pt idx="182">
                  <c:v>2018-06</c:v>
                </c:pt>
                <c:pt idx="183">
                  <c:v>2018-07</c:v>
                </c:pt>
                <c:pt idx="184">
                  <c:v>2018-07</c:v>
                </c:pt>
                <c:pt idx="185">
                  <c:v>2018-07</c:v>
                </c:pt>
                <c:pt idx="186">
                  <c:v>2018-07</c:v>
                </c:pt>
                <c:pt idx="187">
                  <c:v>2018-08</c:v>
                </c:pt>
                <c:pt idx="188">
                  <c:v>2018-08</c:v>
                </c:pt>
                <c:pt idx="189">
                  <c:v>2018-08</c:v>
                </c:pt>
                <c:pt idx="190">
                  <c:v>2018-08</c:v>
                </c:pt>
                <c:pt idx="191">
                  <c:v>2018-08</c:v>
                </c:pt>
                <c:pt idx="192">
                  <c:v>2018-09</c:v>
                </c:pt>
                <c:pt idx="193">
                  <c:v>2018-09</c:v>
                </c:pt>
                <c:pt idx="194">
                  <c:v>2018-09</c:v>
                </c:pt>
                <c:pt idx="195">
                  <c:v>2018-09</c:v>
                </c:pt>
                <c:pt idx="196">
                  <c:v>2018-10</c:v>
                </c:pt>
                <c:pt idx="197">
                  <c:v>2018-10</c:v>
                </c:pt>
                <c:pt idx="198">
                  <c:v>2018-10</c:v>
                </c:pt>
                <c:pt idx="199">
                  <c:v>2018-10</c:v>
                </c:pt>
                <c:pt idx="200">
                  <c:v>2018-11</c:v>
                </c:pt>
                <c:pt idx="201">
                  <c:v>2018-11</c:v>
                </c:pt>
                <c:pt idx="202">
                  <c:v>2018-11</c:v>
                </c:pt>
                <c:pt idx="203">
                  <c:v>2018-11</c:v>
                </c:pt>
                <c:pt idx="204">
                  <c:v>2018-11</c:v>
                </c:pt>
                <c:pt idx="205">
                  <c:v>2018-12</c:v>
                </c:pt>
                <c:pt idx="206">
                  <c:v>2018-12</c:v>
                </c:pt>
                <c:pt idx="207">
                  <c:v>2018-12</c:v>
                </c:pt>
                <c:pt idx="208">
                  <c:v>2018-12</c:v>
                </c:pt>
                <c:pt idx="209">
                  <c:v>2019-01</c:v>
                </c:pt>
                <c:pt idx="210">
                  <c:v>2019-01</c:v>
                </c:pt>
                <c:pt idx="211">
                  <c:v>2019-01</c:v>
                </c:pt>
                <c:pt idx="212">
                  <c:v>2019-01</c:v>
                </c:pt>
                <c:pt idx="213">
                  <c:v>2019-01</c:v>
                </c:pt>
                <c:pt idx="214">
                  <c:v>2019-02</c:v>
                </c:pt>
                <c:pt idx="215">
                  <c:v>2019-02</c:v>
                </c:pt>
                <c:pt idx="216">
                  <c:v>2019-02</c:v>
                </c:pt>
                <c:pt idx="217">
                  <c:v>2019-02</c:v>
                </c:pt>
                <c:pt idx="218">
                  <c:v>2019-03</c:v>
                </c:pt>
                <c:pt idx="219">
                  <c:v>2019-03</c:v>
                </c:pt>
                <c:pt idx="220">
                  <c:v>2019-03</c:v>
                </c:pt>
                <c:pt idx="221">
                  <c:v>2019-03</c:v>
                </c:pt>
                <c:pt idx="222">
                  <c:v>2019-04</c:v>
                </c:pt>
                <c:pt idx="223">
                  <c:v>2019-04</c:v>
                </c:pt>
                <c:pt idx="224">
                  <c:v>2019-04</c:v>
                </c:pt>
                <c:pt idx="225">
                  <c:v>2019-04</c:v>
                </c:pt>
                <c:pt idx="226">
                  <c:v>2019-05</c:v>
                </c:pt>
                <c:pt idx="227">
                  <c:v>2019-05</c:v>
                </c:pt>
                <c:pt idx="228">
                  <c:v>2019-05</c:v>
                </c:pt>
                <c:pt idx="229">
                  <c:v>2019-05</c:v>
                </c:pt>
                <c:pt idx="230">
                  <c:v>2019-05</c:v>
                </c:pt>
                <c:pt idx="231">
                  <c:v>2019-06</c:v>
                </c:pt>
                <c:pt idx="232">
                  <c:v>2019-06</c:v>
                </c:pt>
                <c:pt idx="233">
                  <c:v>2019-06</c:v>
                </c:pt>
                <c:pt idx="234">
                  <c:v>2019-06</c:v>
                </c:pt>
                <c:pt idx="235">
                  <c:v>2019-07</c:v>
                </c:pt>
                <c:pt idx="236">
                  <c:v>2019-07</c:v>
                </c:pt>
                <c:pt idx="237">
                  <c:v>2019-07</c:v>
                </c:pt>
                <c:pt idx="238">
                  <c:v>2019-07</c:v>
                </c:pt>
                <c:pt idx="239">
                  <c:v>2019-08</c:v>
                </c:pt>
                <c:pt idx="240">
                  <c:v>2019-08</c:v>
                </c:pt>
                <c:pt idx="241">
                  <c:v>2019-08</c:v>
                </c:pt>
                <c:pt idx="242">
                  <c:v>2019-08</c:v>
                </c:pt>
                <c:pt idx="243">
                  <c:v>2019-08</c:v>
                </c:pt>
                <c:pt idx="244">
                  <c:v>2019-09</c:v>
                </c:pt>
                <c:pt idx="245">
                  <c:v>2019-09</c:v>
                </c:pt>
                <c:pt idx="246">
                  <c:v>2019-09</c:v>
                </c:pt>
                <c:pt idx="247">
                  <c:v>2019-09</c:v>
                </c:pt>
                <c:pt idx="248">
                  <c:v>2019-10</c:v>
                </c:pt>
                <c:pt idx="249">
                  <c:v>2019-10</c:v>
                </c:pt>
                <c:pt idx="250">
                  <c:v>2019-10</c:v>
                </c:pt>
                <c:pt idx="251">
                  <c:v>2019-10</c:v>
                </c:pt>
                <c:pt idx="252">
                  <c:v>2019-10</c:v>
                </c:pt>
                <c:pt idx="253">
                  <c:v>2019-11</c:v>
                </c:pt>
                <c:pt idx="254">
                  <c:v>2019-11</c:v>
                </c:pt>
                <c:pt idx="255">
                  <c:v>2019-11</c:v>
                </c:pt>
                <c:pt idx="256">
                  <c:v>2019-11</c:v>
                </c:pt>
                <c:pt idx="257">
                  <c:v>2019-12</c:v>
                </c:pt>
                <c:pt idx="258">
                  <c:v>2019-12</c:v>
                </c:pt>
                <c:pt idx="259">
                  <c:v>2019-12</c:v>
                </c:pt>
                <c:pt idx="260">
                  <c:v>2019-12</c:v>
                </c:pt>
                <c:pt idx="261">
                  <c:v>2020-01</c:v>
                </c:pt>
                <c:pt idx="262">
                  <c:v>2020-01</c:v>
                </c:pt>
                <c:pt idx="263">
                  <c:v>2020-01</c:v>
                </c:pt>
                <c:pt idx="264">
                  <c:v>2020-01</c:v>
                </c:pt>
                <c:pt idx="265">
                  <c:v>2020-01</c:v>
                </c:pt>
                <c:pt idx="266">
                  <c:v>2020-02</c:v>
                </c:pt>
                <c:pt idx="267">
                  <c:v>2020-02</c:v>
                </c:pt>
                <c:pt idx="268">
                  <c:v>2020-02</c:v>
                </c:pt>
                <c:pt idx="269">
                  <c:v>2020-02</c:v>
                </c:pt>
                <c:pt idx="270">
                  <c:v>2020-03</c:v>
                </c:pt>
                <c:pt idx="271">
                  <c:v>2020-03</c:v>
                </c:pt>
                <c:pt idx="272">
                  <c:v>2020-03</c:v>
                </c:pt>
                <c:pt idx="273">
                  <c:v>2020-03</c:v>
                </c:pt>
                <c:pt idx="274">
                  <c:v>2020-04</c:v>
                </c:pt>
                <c:pt idx="275">
                  <c:v>2020-04</c:v>
                </c:pt>
                <c:pt idx="276">
                  <c:v>2020-04</c:v>
                </c:pt>
                <c:pt idx="277">
                  <c:v>2020-04</c:v>
                </c:pt>
                <c:pt idx="278">
                  <c:v>2020-04</c:v>
                </c:pt>
                <c:pt idx="279">
                  <c:v>2020-05</c:v>
                </c:pt>
                <c:pt idx="280">
                  <c:v>2020-05</c:v>
                </c:pt>
                <c:pt idx="281">
                  <c:v>2020-05</c:v>
                </c:pt>
                <c:pt idx="282">
                  <c:v>2020-05</c:v>
                </c:pt>
                <c:pt idx="283">
                  <c:v>2020-06</c:v>
                </c:pt>
                <c:pt idx="284">
                  <c:v>2020-06</c:v>
                </c:pt>
                <c:pt idx="285">
                  <c:v>2020-06</c:v>
                </c:pt>
                <c:pt idx="286">
                  <c:v>2020-06</c:v>
                </c:pt>
                <c:pt idx="287">
                  <c:v>2020-07</c:v>
                </c:pt>
                <c:pt idx="288">
                  <c:v>2020-07</c:v>
                </c:pt>
                <c:pt idx="289">
                  <c:v>2020-07</c:v>
                </c:pt>
                <c:pt idx="290">
                  <c:v>2020-07</c:v>
                </c:pt>
                <c:pt idx="291">
                  <c:v>2020-07</c:v>
                </c:pt>
                <c:pt idx="292">
                  <c:v>2020-08</c:v>
                </c:pt>
                <c:pt idx="293">
                  <c:v>2020-08</c:v>
                </c:pt>
                <c:pt idx="294">
                  <c:v>2020-08</c:v>
                </c:pt>
                <c:pt idx="295">
                  <c:v>2020-08</c:v>
                </c:pt>
                <c:pt idx="296">
                  <c:v>2020-09</c:v>
                </c:pt>
                <c:pt idx="297">
                  <c:v>2020-09</c:v>
                </c:pt>
                <c:pt idx="298">
                  <c:v>2020-09</c:v>
                </c:pt>
                <c:pt idx="299">
                  <c:v>2020-09</c:v>
                </c:pt>
                <c:pt idx="300">
                  <c:v>2020-10</c:v>
                </c:pt>
                <c:pt idx="301">
                  <c:v>2020-10</c:v>
                </c:pt>
                <c:pt idx="302">
                  <c:v>2020-10</c:v>
                </c:pt>
                <c:pt idx="303">
                  <c:v>2020-10</c:v>
                </c:pt>
                <c:pt idx="304">
                  <c:v>2020-10</c:v>
                </c:pt>
                <c:pt idx="305">
                  <c:v>2020-11</c:v>
                </c:pt>
                <c:pt idx="306">
                  <c:v>2020-11</c:v>
                </c:pt>
                <c:pt idx="307">
                  <c:v>2020-11</c:v>
                </c:pt>
                <c:pt idx="308">
                  <c:v>2020-11</c:v>
                </c:pt>
                <c:pt idx="309">
                  <c:v>2020-12</c:v>
                </c:pt>
                <c:pt idx="310">
                  <c:v>2020-12</c:v>
                </c:pt>
                <c:pt idx="311">
                  <c:v>2020-12</c:v>
                </c:pt>
                <c:pt idx="312">
                  <c:v>2020-12</c:v>
                </c:pt>
                <c:pt idx="313">
                  <c:v>2020-12</c:v>
                </c:pt>
                <c:pt idx="314">
                  <c:v>2021-01</c:v>
                </c:pt>
                <c:pt idx="315">
                  <c:v>2021-01</c:v>
                </c:pt>
                <c:pt idx="316">
                  <c:v>2021-01</c:v>
                </c:pt>
                <c:pt idx="317">
                  <c:v>2021-01</c:v>
                </c:pt>
                <c:pt idx="318">
                  <c:v>2021-02</c:v>
                </c:pt>
                <c:pt idx="319">
                  <c:v>2021-02</c:v>
                </c:pt>
                <c:pt idx="320">
                  <c:v>2021-02</c:v>
                </c:pt>
                <c:pt idx="321">
                  <c:v>2021-02</c:v>
                </c:pt>
                <c:pt idx="322">
                  <c:v>2021-03</c:v>
                </c:pt>
                <c:pt idx="323">
                  <c:v>2021-03</c:v>
                </c:pt>
                <c:pt idx="324">
                  <c:v>2021-03</c:v>
                </c:pt>
                <c:pt idx="325">
                  <c:v>2021-03</c:v>
                </c:pt>
                <c:pt idx="326">
                  <c:v>2021-04</c:v>
                </c:pt>
                <c:pt idx="327">
                  <c:v>2021-04</c:v>
                </c:pt>
                <c:pt idx="328">
                  <c:v>2021-04</c:v>
                </c:pt>
                <c:pt idx="329">
                  <c:v>2021-04</c:v>
                </c:pt>
                <c:pt idx="330">
                  <c:v>2021-04</c:v>
                </c:pt>
                <c:pt idx="331">
                  <c:v>2021-05</c:v>
                </c:pt>
                <c:pt idx="332">
                  <c:v>2021-05</c:v>
                </c:pt>
                <c:pt idx="333">
                  <c:v>2021-05</c:v>
                </c:pt>
                <c:pt idx="334">
                  <c:v>2021-05</c:v>
                </c:pt>
                <c:pt idx="335">
                  <c:v>2021-06</c:v>
                </c:pt>
                <c:pt idx="336">
                  <c:v>2021-06</c:v>
                </c:pt>
                <c:pt idx="337">
                  <c:v>2021-06</c:v>
                </c:pt>
                <c:pt idx="338">
                  <c:v>2021-06</c:v>
                </c:pt>
                <c:pt idx="339">
                  <c:v>2021-07</c:v>
                </c:pt>
                <c:pt idx="340">
                  <c:v>2021-07</c:v>
                </c:pt>
                <c:pt idx="341">
                  <c:v>2021-07</c:v>
                </c:pt>
                <c:pt idx="342">
                  <c:v>2021-07</c:v>
                </c:pt>
                <c:pt idx="343">
                  <c:v>2021-07</c:v>
                </c:pt>
                <c:pt idx="344">
                  <c:v>2021-08</c:v>
                </c:pt>
                <c:pt idx="345">
                  <c:v>2021-08</c:v>
                </c:pt>
                <c:pt idx="346">
                  <c:v>2021-08</c:v>
                </c:pt>
                <c:pt idx="347">
                  <c:v>2021-08</c:v>
                </c:pt>
                <c:pt idx="348">
                  <c:v>2021-09</c:v>
                </c:pt>
                <c:pt idx="349">
                  <c:v>2021-09</c:v>
                </c:pt>
                <c:pt idx="350">
                  <c:v>2021-09</c:v>
                </c:pt>
                <c:pt idx="351">
                  <c:v>2021-09</c:v>
                </c:pt>
                <c:pt idx="352">
                  <c:v>2021-09</c:v>
                </c:pt>
                <c:pt idx="353">
                  <c:v>2021-10</c:v>
                </c:pt>
                <c:pt idx="354">
                  <c:v>2021-10</c:v>
                </c:pt>
                <c:pt idx="355">
                  <c:v>2021-10</c:v>
                </c:pt>
                <c:pt idx="356">
                  <c:v>2021-10</c:v>
                </c:pt>
                <c:pt idx="357">
                  <c:v>2021-11</c:v>
                </c:pt>
                <c:pt idx="358">
                  <c:v>2021-11</c:v>
                </c:pt>
                <c:pt idx="359">
                  <c:v>2021-11</c:v>
                </c:pt>
                <c:pt idx="360">
                  <c:v>2021-11</c:v>
                </c:pt>
                <c:pt idx="361">
                  <c:v>2021-12</c:v>
                </c:pt>
                <c:pt idx="362">
                  <c:v>2021-12</c:v>
                </c:pt>
                <c:pt idx="363">
                  <c:v>2021-12</c:v>
                </c:pt>
                <c:pt idx="364">
                  <c:v>2021-12</c:v>
                </c:pt>
                <c:pt idx="365">
                  <c:v>2021-12</c:v>
                </c:pt>
                <c:pt idx="366">
                  <c:v>2022-01</c:v>
                </c:pt>
                <c:pt idx="367">
                  <c:v>2022-01</c:v>
                </c:pt>
                <c:pt idx="368">
                  <c:v>2022-01</c:v>
                </c:pt>
                <c:pt idx="369">
                  <c:v>2022-01</c:v>
                </c:pt>
                <c:pt idx="370">
                  <c:v>2022-02</c:v>
                </c:pt>
                <c:pt idx="371">
                  <c:v>2022-02</c:v>
                </c:pt>
                <c:pt idx="372">
                  <c:v>2022-02</c:v>
                </c:pt>
                <c:pt idx="373">
                  <c:v>2022-02</c:v>
                </c:pt>
                <c:pt idx="374">
                  <c:v>2022-03</c:v>
                </c:pt>
                <c:pt idx="375">
                  <c:v>2022-03</c:v>
                </c:pt>
                <c:pt idx="376">
                  <c:v>2022-03</c:v>
                </c:pt>
                <c:pt idx="377">
                  <c:v>2022-03</c:v>
                </c:pt>
                <c:pt idx="378">
                  <c:v>2022-03</c:v>
                </c:pt>
                <c:pt idx="379">
                  <c:v>2022-04</c:v>
                </c:pt>
                <c:pt idx="380">
                  <c:v>2022-04</c:v>
                </c:pt>
                <c:pt idx="381">
                  <c:v>2022-04</c:v>
                </c:pt>
                <c:pt idx="382">
                  <c:v>2022-04</c:v>
                </c:pt>
                <c:pt idx="383">
                  <c:v>2022-05</c:v>
                </c:pt>
                <c:pt idx="384">
                  <c:v>2022-05</c:v>
                </c:pt>
                <c:pt idx="385">
                  <c:v>2022-05</c:v>
                </c:pt>
                <c:pt idx="386">
                  <c:v>2022-05</c:v>
                </c:pt>
                <c:pt idx="387">
                  <c:v>2022-06</c:v>
                </c:pt>
                <c:pt idx="388">
                  <c:v>2022-06</c:v>
                </c:pt>
                <c:pt idx="389">
                  <c:v>2022-06</c:v>
                </c:pt>
                <c:pt idx="390">
                  <c:v>2022-06</c:v>
                </c:pt>
                <c:pt idx="391">
                  <c:v>2022-06</c:v>
                </c:pt>
                <c:pt idx="392">
                  <c:v>2022-07</c:v>
                </c:pt>
                <c:pt idx="393">
                  <c:v>2022-07</c:v>
                </c:pt>
                <c:pt idx="394">
                  <c:v>2022-07</c:v>
                </c:pt>
                <c:pt idx="395">
                  <c:v>2022-07</c:v>
                </c:pt>
                <c:pt idx="396">
                  <c:v>2022-08</c:v>
                </c:pt>
                <c:pt idx="397">
                  <c:v>2022-08</c:v>
                </c:pt>
                <c:pt idx="398">
                  <c:v>2022-08</c:v>
                </c:pt>
                <c:pt idx="399">
                  <c:v>2022-08</c:v>
                </c:pt>
                <c:pt idx="400">
                  <c:v>2022-09</c:v>
                </c:pt>
                <c:pt idx="401">
                  <c:v>2022-09</c:v>
                </c:pt>
                <c:pt idx="402">
                  <c:v>2022-09</c:v>
                </c:pt>
                <c:pt idx="403">
                  <c:v>2022-09</c:v>
                </c:pt>
                <c:pt idx="404">
                  <c:v>2022-09</c:v>
                </c:pt>
                <c:pt idx="405">
                  <c:v>2022-10</c:v>
                </c:pt>
                <c:pt idx="406">
                  <c:v>2022-10</c:v>
                </c:pt>
                <c:pt idx="407">
                  <c:v>2022-10</c:v>
                </c:pt>
                <c:pt idx="408">
                  <c:v>2022-10</c:v>
                </c:pt>
                <c:pt idx="409">
                  <c:v>2022-11</c:v>
                </c:pt>
                <c:pt idx="410">
                  <c:v>2022-11</c:v>
                </c:pt>
                <c:pt idx="411">
                  <c:v>2022-11</c:v>
                </c:pt>
                <c:pt idx="412">
                  <c:v>2022-11</c:v>
                </c:pt>
                <c:pt idx="413">
                  <c:v>2022-12</c:v>
                </c:pt>
                <c:pt idx="414">
                  <c:v>2022-12</c:v>
                </c:pt>
                <c:pt idx="415">
                  <c:v>2022-12</c:v>
                </c:pt>
                <c:pt idx="416">
                  <c:v>2022-12</c:v>
                </c:pt>
                <c:pt idx="417">
                  <c:v>2022-12</c:v>
                </c:pt>
                <c:pt idx="418">
                  <c:v>2023-01</c:v>
                </c:pt>
                <c:pt idx="419">
                  <c:v>2023-01</c:v>
                </c:pt>
                <c:pt idx="420">
                  <c:v>2023-01</c:v>
                </c:pt>
                <c:pt idx="421">
                  <c:v>2023-01</c:v>
                </c:pt>
                <c:pt idx="422">
                  <c:v>2023-02</c:v>
                </c:pt>
                <c:pt idx="423">
                  <c:v>2023-02</c:v>
                </c:pt>
                <c:pt idx="424">
                  <c:v>2023-02</c:v>
                </c:pt>
                <c:pt idx="425">
                  <c:v>2023-02</c:v>
                </c:pt>
                <c:pt idx="426">
                  <c:v>2023-03</c:v>
                </c:pt>
                <c:pt idx="427">
                  <c:v>2023-03</c:v>
                </c:pt>
                <c:pt idx="428">
                  <c:v>2023-03</c:v>
                </c:pt>
                <c:pt idx="429">
                  <c:v>2023-03</c:v>
                </c:pt>
                <c:pt idx="430">
                  <c:v>2023-03</c:v>
                </c:pt>
                <c:pt idx="431">
                  <c:v>2023-04</c:v>
                </c:pt>
                <c:pt idx="432">
                  <c:v>2023-04</c:v>
                </c:pt>
                <c:pt idx="433">
                  <c:v>2023-04</c:v>
                </c:pt>
                <c:pt idx="434">
                  <c:v>2023-04</c:v>
                </c:pt>
                <c:pt idx="435">
                  <c:v>2023-05</c:v>
                </c:pt>
                <c:pt idx="436">
                  <c:v>2023-05</c:v>
                </c:pt>
                <c:pt idx="437">
                  <c:v>2023-05</c:v>
                </c:pt>
                <c:pt idx="438">
                  <c:v>2023-05</c:v>
                </c:pt>
                <c:pt idx="439">
                  <c:v>2023-06</c:v>
                </c:pt>
                <c:pt idx="440">
                  <c:v>2023-06</c:v>
                </c:pt>
                <c:pt idx="441">
                  <c:v>2023-06</c:v>
                </c:pt>
                <c:pt idx="442">
                  <c:v>2023-06</c:v>
                </c:pt>
                <c:pt idx="443">
                  <c:v>2023-06</c:v>
                </c:pt>
                <c:pt idx="444">
                  <c:v>2023-07</c:v>
                </c:pt>
                <c:pt idx="445">
                  <c:v>2023-07</c:v>
                </c:pt>
                <c:pt idx="446">
                  <c:v>2023-07</c:v>
                </c:pt>
                <c:pt idx="447">
                  <c:v>2023-07</c:v>
                </c:pt>
                <c:pt idx="448">
                  <c:v>2023-08</c:v>
                </c:pt>
                <c:pt idx="449">
                  <c:v>2023-08</c:v>
                </c:pt>
                <c:pt idx="450">
                  <c:v>2023-08</c:v>
                </c:pt>
                <c:pt idx="451">
                  <c:v>2023-08</c:v>
                </c:pt>
                <c:pt idx="452">
                  <c:v>2023-08</c:v>
                </c:pt>
                <c:pt idx="453">
                  <c:v>2023-09</c:v>
                </c:pt>
                <c:pt idx="454">
                  <c:v>2023-09</c:v>
                </c:pt>
                <c:pt idx="455">
                  <c:v>2023-09</c:v>
                </c:pt>
                <c:pt idx="456">
                  <c:v>2023-09</c:v>
                </c:pt>
                <c:pt idx="457">
                  <c:v>2023-10</c:v>
                </c:pt>
                <c:pt idx="458">
                  <c:v>2023-10</c:v>
                </c:pt>
                <c:pt idx="459">
                  <c:v>2023-10</c:v>
                </c:pt>
                <c:pt idx="460">
                  <c:v>2023-10</c:v>
                </c:pt>
                <c:pt idx="461">
                  <c:v>2023-11</c:v>
                </c:pt>
                <c:pt idx="462">
                  <c:v>2023-11</c:v>
                </c:pt>
                <c:pt idx="463">
                  <c:v>2023-11</c:v>
                </c:pt>
                <c:pt idx="464">
                  <c:v>2023-11</c:v>
                </c:pt>
                <c:pt idx="465">
                  <c:v>2023-11</c:v>
                </c:pt>
                <c:pt idx="466">
                  <c:v>2023-12</c:v>
                </c:pt>
                <c:pt idx="467">
                  <c:v>2023-12</c:v>
                </c:pt>
                <c:pt idx="468">
                  <c:v>2023-12</c:v>
                </c:pt>
                <c:pt idx="469">
                  <c:v>2023-12</c:v>
                </c:pt>
                <c:pt idx="470">
                  <c:v>2024-01</c:v>
                </c:pt>
                <c:pt idx="471">
                  <c:v>2024-01</c:v>
                </c:pt>
                <c:pt idx="472">
                  <c:v>2024-01</c:v>
                </c:pt>
                <c:pt idx="473">
                  <c:v>2024-01</c:v>
                </c:pt>
                <c:pt idx="474">
                  <c:v>2024-02</c:v>
                </c:pt>
                <c:pt idx="475">
                  <c:v>2024-02</c:v>
                </c:pt>
                <c:pt idx="476">
                  <c:v>2024-02</c:v>
                </c:pt>
                <c:pt idx="477">
                  <c:v>2024-02</c:v>
                </c:pt>
                <c:pt idx="478">
                  <c:v>2024-02</c:v>
                </c:pt>
                <c:pt idx="479">
                  <c:v>2024-03</c:v>
                </c:pt>
                <c:pt idx="480">
                  <c:v>2024-03</c:v>
                </c:pt>
                <c:pt idx="481">
                  <c:v>2024-03</c:v>
                </c:pt>
                <c:pt idx="482">
                  <c:v>2024-03</c:v>
                </c:pt>
                <c:pt idx="483">
                  <c:v>2024-04</c:v>
                </c:pt>
                <c:pt idx="484">
                  <c:v>2024-04</c:v>
                </c:pt>
                <c:pt idx="485">
                  <c:v>2024-04</c:v>
                </c:pt>
                <c:pt idx="486">
                  <c:v>2024-04</c:v>
                </c:pt>
                <c:pt idx="487">
                  <c:v>2024-05</c:v>
                </c:pt>
                <c:pt idx="488">
                  <c:v>2024-05</c:v>
                </c:pt>
                <c:pt idx="489">
                  <c:v>2024-05</c:v>
                </c:pt>
                <c:pt idx="490">
                  <c:v>2024-05</c:v>
                </c:pt>
                <c:pt idx="491">
                  <c:v>2024-05</c:v>
                </c:pt>
                <c:pt idx="492">
                  <c:v>2024-06</c:v>
                </c:pt>
                <c:pt idx="493">
                  <c:v>2024-06</c:v>
                </c:pt>
                <c:pt idx="494">
                  <c:v>2024-06</c:v>
                </c:pt>
                <c:pt idx="495">
                  <c:v>2024-06</c:v>
                </c:pt>
                <c:pt idx="496">
                  <c:v>2024-07</c:v>
                </c:pt>
                <c:pt idx="497">
                  <c:v>2024-07</c:v>
                </c:pt>
                <c:pt idx="498">
                  <c:v>2024-07</c:v>
                </c:pt>
                <c:pt idx="499">
                  <c:v>2024-07</c:v>
                </c:pt>
                <c:pt idx="500">
                  <c:v>2024-08</c:v>
                </c:pt>
                <c:pt idx="501">
                  <c:v>2024-08</c:v>
                </c:pt>
                <c:pt idx="502">
                  <c:v>2024-08</c:v>
                </c:pt>
                <c:pt idx="503">
                  <c:v>2024-08</c:v>
                </c:pt>
                <c:pt idx="504">
                  <c:v>2024-08</c:v>
                </c:pt>
                <c:pt idx="505">
                  <c:v>2024-09</c:v>
                </c:pt>
                <c:pt idx="506">
                  <c:v>2024-09</c:v>
                </c:pt>
                <c:pt idx="507">
                  <c:v>2024-09</c:v>
                </c:pt>
                <c:pt idx="508">
                  <c:v>2024-09</c:v>
                </c:pt>
                <c:pt idx="509">
                  <c:v>2024-10</c:v>
                </c:pt>
                <c:pt idx="510">
                  <c:v>2024-10</c:v>
                </c:pt>
                <c:pt idx="511">
                  <c:v>2024-10</c:v>
                </c:pt>
                <c:pt idx="512">
                  <c:v>2024-10</c:v>
                </c:pt>
                <c:pt idx="513">
                  <c:v>2024-10</c:v>
                </c:pt>
                <c:pt idx="514">
                  <c:v>2024-11</c:v>
                </c:pt>
                <c:pt idx="515">
                  <c:v>2024-11</c:v>
                </c:pt>
                <c:pt idx="516">
                  <c:v>2024-11</c:v>
                </c:pt>
                <c:pt idx="517">
                  <c:v>2024-11</c:v>
                </c:pt>
                <c:pt idx="518">
                  <c:v>2024-12</c:v>
                </c:pt>
                <c:pt idx="519">
                  <c:v>2024-12</c:v>
                </c:pt>
                <c:pt idx="520">
                  <c:v>2024-12</c:v>
                </c:pt>
                <c:pt idx="521">
                  <c:v>2024-12</c:v>
                </c:pt>
                <c:pt idx="522">
                  <c:v>2025-01</c:v>
                </c:pt>
                <c:pt idx="523">
                  <c:v>2025-01</c:v>
                </c:pt>
                <c:pt idx="524">
                  <c:v>2025-01</c:v>
                </c:pt>
                <c:pt idx="525">
                  <c:v>2025-01</c:v>
                </c:pt>
                <c:pt idx="526">
                  <c:v>2025-01</c:v>
                </c:pt>
                <c:pt idx="527">
                  <c:v>2025-02</c:v>
                </c:pt>
                <c:pt idx="528">
                  <c:v>2025-02</c:v>
                </c:pt>
                <c:pt idx="529">
                  <c:v>2025-02</c:v>
                </c:pt>
                <c:pt idx="530">
                  <c:v>2025-02</c:v>
                </c:pt>
                <c:pt idx="531">
                  <c:v>2025-03</c:v>
                </c:pt>
                <c:pt idx="532">
                  <c:v>2025-03</c:v>
                </c:pt>
                <c:pt idx="533">
                  <c:v>2025-03</c:v>
                </c:pt>
                <c:pt idx="534">
                  <c:v>2025-03</c:v>
                </c:pt>
                <c:pt idx="535">
                  <c:v>2025-04</c:v>
                </c:pt>
                <c:pt idx="536">
                  <c:v>2025-04</c:v>
                </c:pt>
                <c:pt idx="537">
                  <c:v>2025-04</c:v>
                </c:pt>
                <c:pt idx="538">
                  <c:v>2025-04</c:v>
                </c:pt>
                <c:pt idx="539">
                  <c:v>2025-05</c:v>
                </c:pt>
                <c:pt idx="540">
                  <c:v>2025-05</c:v>
                </c:pt>
                <c:pt idx="541">
                  <c:v>2025-05</c:v>
                </c:pt>
                <c:pt idx="542">
                  <c:v>2025-05</c:v>
                </c:pt>
                <c:pt idx="543">
                  <c:v>2025-05</c:v>
                </c:pt>
                <c:pt idx="544">
                  <c:v>2025-06</c:v>
                </c:pt>
                <c:pt idx="545">
                  <c:v>2025-06</c:v>
                </c:pt>
                <c:pt idx="546">
                  <c:v>2025-06</c:v>
                </c:pt>
                <c:pt idx="547">
                  <c:v>2025-06</c:v>
                </c:pt>
                <c:pt idx="548">
                  <c:v>2025-07</c:v>
                </c:pt>
                <c:pt idx="549">
                  <c:v>2025-07</c:v>
                </c:pt>
                <c:pt idx="550">
                  <c:v>2025-07</c:v>
                </c:pt>
                <c:pt idx="551">
                  <c:v>2025-07</c:v>
                </c:pt>
                <c:pt idx="552">
                  <c:v>2025-07</c:v>
                </c:pt>
                <c:pt idx="553">
                  <c:v>2025-08</c:v>
                </c:pt>
                <c:pt idx="554">
                  <c:v>2025-08</c:v>
                </c:pt>
                <c:pt idx="555">
                  <c:v>2025-08</c:v>
                </c:pt>
                <c:pt idx="556">
                  <c:v>2025-08</c:v>
                </c:pt>
                <c:pt idx="557">
                  <c:v>2025-09</c:v>
                </c:pt>
                <c:pt idx="558">
                  <c:v>2025-09</c:v>
                </c:pt>
                <c:pt idx="559">
                  <c:v>2025-09</c:v>
                </c:pt>
                <c:pt idx="560">
                  <c:v>2025-09</c:v>
                </c:pt>
                <c:pt idx="561">
                  <c:v>2025-10</c:v>
                </c:pt>
                <c:pt idx="562">
                  <c:v>2025-10</c:v>
                </c:pt>
                <c:pt idx="563">
                  <c:v>2025-10</c:v>
                </c:pt>
                <c:pt idx="564">
                  <c:v>2025-10</c:v>
                </c:pt>
                <c:pt idx="565">
                  <c:v>2025-10</c:v>
                </c:pt>
                <c:pt idx="566">
                  <c:v>2025-11</c:v>
                </c:pt>
                <c:pt idx="567">
                  <c:v>2025-11</c:v>
                </c:pt>
                <c:pt idx="568">
                  <c:v>2025-11</c:v>
                </c:pt>
                <c:pt idx="569">
                  <c:v>2025-11</c:v>
                </c:pt>
                <c:pt idx="570">
                  <c:v>2025-12</c:v>
                </c:pt>
                <c:pt idx="571">
                  <c:v>2025-12</c:v>
                </c:pt>
                <c:pt idx="572">
                  <c:v>2025-12</c:v>
                </c:pt>
                <c:pt idx="573">
                  <c:v>2025-12</c:v>
                </c:pt>
              </c:strCache>
            </c:strRef>
          </c:cat>
          <c:val>
            <c:numRef>
              <c:f>Sheet1!$D$2:$D$575</c:f>
              <c:numCache>
                <c:formatCode>General</c:formatCode>
                <c:ptCount val="574"/>
                <c:pt idx="0">
                  <c:v>100</c:v>
                </c:pt>
                <c:pt idx="1">
                  <c:v>94.253073580435611</c:v>
                </c:pt>
                <c:pt idx="2">
                  <c:v>91.377290464216898</c:v>
                </c:pt>
                <c:pt idx="3">
                  <c:v>99.190421635993829</c:v>
                </c:pt>
                <c:pt idx="4">
                  <c:v>97.182894834452725</c:v>
                </c:pt>
                <c:pt idx="5">
                  <c:v>106.09631321961221</c:v>
                </c:pt>
                <c:pt idx="6">
                  <c:v>106.81256586077161</c:v>
                </c:pt>
                <c:pt idx="7">
                  <c:v>103.79983215050937</c:v>
                </c:pt>
                <c:pt idx="8">
                  <c:v>101.42643859266234</c:v>
                </c:pt>
                <c:pt idx="9">
                  <c:v>103.79453811995437</c:v>
                </c:pt>
                <c:pt idx="10">
                  <c:v>98.796049942946254</c:v>
                </c:pt>
                <c:pt idx="11">
                  <c:v>100.03596203216742</c:v>
                </c:pt>
                <c:pt idx="12">
                  <c:v>103.56006140223106</c:v>
                </c:pt>
                <c:pt idx="13">
                  <c:v>105.51237753167895</c:v>
                </c:pt>
                <c:pt idx="14">
                  <c:v>107.96306913397794</c:v>
                </c:pt>
                <c:pt idx="15">
                  <c:v>110.27947129261472</c:v>
                </c:pt>
                <c:pt idx="16">
                  <c:v>110.93804081854401</c:v>
                </c:pt>
                <c:pt idx="17">
                  <c:v>108.6101078241736</c:v>
                </c:pt>
                <c:pt idx="18">
                  <c:v>102.73323596383906</c:v>
                </c:pt>
                <c:pt idx="19">
                  <c:v>101.83341993953475</c:v>
                </c:pt>
                <c:pt idx="20">
                  <c:v>103.88948307511404</c:v>
                </c:pt>
                <c:pt idx="21">
                  <c:v>101.86425428788679</c:v>
                </c:pt>
                <c:pt idx="22">
                  <c:v>100.54831035771748</c:v>
                </c:pt>
                <c:pt idx="23">
                  <c:v>98.992479377133805</c:v>
                </c:pt>
                <c:pt idx="24">
                  <c:v>97.478898679257156</c:v>
                </c:pt>
                <c:pt idx="25">
                  <c:v>98.085077390070694</c:v>
                </c:pt>
                <c:pt idx="26">
                  <c:v>95.426827600900609</c:v>
                </c:pt>
                <c:pt idx="27">
                  <c:v>91.756357484594346</c:v>
                </c:pt>
                <c:pt idx="28">
                  <c:v>93.082508948587815</c:v>
                </c:pt>
                <c:pt idx="29">
                  <c:v>87.378733021566447</c:v>
                </c:pt>
                <c:pt idx="30">
                  <c:v>91.514976252171039</c:v>
                </c:pt>
                <c:pt idx="31">
                  <c:v>92.598119305588426</c:v>
                </c:pt>
                <c:pt idx="32">
                  <c:v>89.676579350454801</c:v>
                </c:pt>
                <c:pt idx="33">
                  <c:v>81.759673206655819</c:v>
                </c:pt>
                <c:pt idx="34">
                  <c:v>84.585040588653868</c:v>
                </c:pt>
                <c:pt idx="35">
                  <c:v>84.392453242620235</c:v>
                </c:pt>
                <c:pt idx="36">
                  <c:v>83.848039589223831</c:v>
                </c:pt>
                <c:pt idx="37">
                  <c:v>85.272910725060655</c:v>
                </c:pt>
                <c:pt idx="38">
                  <c:v>82.12283018833584</c:v>
                </c:pt>
                <c:pt idx="39">
                  <c:v>81.243582893037811</c:v>
                </c:pt>
                <c:pt idx="40">
                  <c:v>95.121754572936638</c:v>
                </c:pt>
                <c:pt idx="41">
                  <c:v>92.23087515725382</c:v>
                </c:pt>
                <c:pt idx="42">
                  <c:v>91.498226401112632</c:v>
                </c:pt>
                <c:pt idx="43">
                  <c:v>89.784301288715767</c:v>
                </c:pt>
                <c:pt idx="44">
                  <c:v>94.328425438643706</c:v>
                </c:pt>
                <c:pt idx="45">
                  <c:v>86.98885819287301</c:v>
                </c:pt>
                <c:pt idx="46">
                  <c:v>90.563496844317342</c:v>
                </c:pt>
                <c:pt idx="47">
                  <c:v>89.181289143204225</c:v>
                </c:pt>
                <c:pt idx="48">
                  <c:v>86.766091265893422</c:v>
                </c:pt>
                <c:pt idx="49">
                  <c:v>83.153694831304705</c:v>
                </c:pt>
                <c:pt idx="50">
                  <c:v>79.973380479873427</c:v>
                </c:pt>
                <c:pt idx="51">
                  <c:v>85.233359977323971</c:v>
                </c:pt>
                <c:pt idx="52">
                  <c:v>82.820762681105492</c:v>
                </c:pt>
                <c:pt idx="53">
                  <c:v>76.571203113199061</c:v>
                </c:pt>
                <c:pt idx="54">
                  <c:v>74.820767194053317</c:v>
                </c:pt>
                <c:pt idx="55">
                  <c:v>72.616916678682486</c:v>
                </c:pt>
                <c:pt idx="56">
                  <c:v>80.720027495932683</c:v>
                </c:pt>
                <c:pt idx="57">
                  <c:v>80.578449760972006</c:v>
                </c:pt>
                <c:pt idx="58">
                  <c:v>72.449464075703503</c:v>
                </c:pt>
                <c:pt idx="59">
                  <c:v>78.646059739277902</c:v>
                </c:pt>
                <c:pt idx="60">
                  <c:v>76.388693444420554</c:v>
                </c:pt>
                <c:pt idx="61">
                  <c:v>85.190903369672341</c:v>
                </c:pt>
                <c:pt idx="62">
                  <c:v>87.90261365019812</c:v>
                </c:pt>
                <c:pt idx="63">
                  <c:v>92.101875198708271</c:v>
                </c:pt>
                <c:pt idx="64">
                  <c:v>88.615105618600936</c:v>
                </c:pt>
                <c:pt idx="65">
                  <c:v>89.050793802535821</c:v>
                </c:pt>
                <c:pt idx="66">
                  <c:v>86.755355900687505</c:v>
                </c:pt>
                <c:pt idx="67">
                  <c:v>93.572397590945471</c:v>
                </c:pt>
                <c:pt idx="68">
                  <c:v>96.80701760407986</c:v>
                </c:pt>
                <c:pt idx="69">
                  <c:v>96.524117656836637</c:v>
                </c:pt>
                <c:pt idx="70">
                  <c:v>92.509364422962634</c:v>
                </c:pt>
                <c:pt idx="71">
                  <c:v>94.887659987116251</c:v>
                </c:pt>
                <c:pt idx="72">
                  <c:v>95.640663911088495</c:v>
                </c:pt>
                <c:pt idx="73">
                  <c:v>98.790224337899417</c:v>
                </c:pt>
                <c:pt idx="74">
                  <c:v>99.316856544996043</c:v>
                </c:pt>
                <c:pt idx="75">
                  <c:v>98.641826094328124</c:v>
                </c:pt>
                <c:pt idx="76">
                  <c:v>95.368442584666496</c:v>
                </c:pt>
                <c:pt idx="77">
                  <c:v>99.822785186758949</c:v>
                </c:pt>
                <c:pt idx="78">
                  <c:v>99.902525007848197</c:v>
                </c:pt>
                <c:pt idx="79">
                  <c:v>99.01242895228269</c:v>
                </c:pt>
                <c:pt idx="80">
                  <c:v>102.49528275463892</c:v>
                </c:pt>
                <c:pt idx="81">
                  <c:v>101.74947086476156</c:v>
                </c:pt>
                <c:pt idx="82">
                  <c:v>98.694826127901464</c:v>
                </c:pt>
                <c:pt idx="83">
                  <c:v>100.41938057648582</c:v>
                </c:pt>
                <c:pt idx="84">
                  <c:v>103.47864924804512</c:v>
                </c:pt>
                <c:pt idx="85">
                  <c:v>104.97588146281966</c:v>
                </c:pt>
                <c:pt idx="86">
                  <c:v>102.54304229531597</c:v>
                </c:pt>
                <c:pt idx="87">
                  <c:v>101.69011321288541</c:v>
                </c:pt>
                <c:pt idx="88">
                  <c:v>104.95490804071503</c:v>
                </c:pt>
                <c:pt idx="89">
                  <c:v>99.238922627301108</c:v>
                </c:pt>
                <c:pt idx="90">
                  <c:v>101.46773755552034</c:v>
                </c:pt>
                <c:pt idx="91">
                  <c:v>105.88223679138321</c:v>
                </c:pt>
                <c:pt idx="92">
                  <c:v>107.74217646211984</c:v>
                </c:pt>
                <c:pt idx="93">
                  <c:v>108.2872544483885</c:v>
                </c:pt>
                <c:pt idx="94">
                  <c:v>110.44697019321984</c:v>
                </c:pt>
                <c:pt idx="95">
                  <c:v>110.51046770966971</c:v>
                </c:pt>
                <c:pt idx="96">
                  <c:v>104.55619216669596</c:v>
                </c:pt>
                <c:pt idx="97">
                  <c:v>106.54700549365039</c:v>
                </c:pt>
                <c:pt idx="98">
                  <c:v>108.22202006076442</c:v>
                </c:pt>
                <c:pt idx="99">
                  <c:v>111.85233406851772</c:v>
                </c:pt>
                <c:pt idx="100">
                  <c:v>113.77574832877492</c:v>
                </c:pt>
                <c:pt idx="101">
                  <c:v>111.91677639814212</c:v>
                </c:pt>
                <c:pt idx="102">
                  <c:v>113.6434604702668</c:v>
                </c:pt>
                <c:pt idx="103">
                  <c:v>114.2760231697672</c:v>
                </c:pt>
                <c:pt idx="104">
                  <c:v>113.11580091064774</c:v>
                </c:pt>
                <c:pt idx="105">
                  <c:v>113.10207213948523</c:v>
                </c:pt>
                <c:pt idx="106">
                  <c:v>107.14630144438269</c:v>
                </c:pt>
                <c:pt idx="107">
                  <c:v>106.72773127548702</c:v>
                </c:pt>
                <c:pt idx="108">
                  <c:v>106.01009017449125</c:v>
                </c:pt>
                <c:pt idx="109">
                  <c:v>104.22673546168564</c:v>
                </c:pt>
                <c:pt idx="110">
                  <c:v>103.19612624848737</c:v>
                </c:pt>
                <c:pt idx="111">
                  <c:v>105.72207214613201</c:v>
                </c:pt>
                <c:pt idx="112">
                  <c:v>104.45044659225569</c:v>
                </c:pt>
                <c:pt idx="113">
                  <c:v>103.79393969297912</c:v>
                </c:pt>
                <c:pt idx="114">
                  <c:v>104.83275170634741</c:v>
                </c:pt>
                <c:pt idx="115">
                  <c:v>106.04643359957706</c:v>
                </c:pt>
                <c:pt idx="116">
                  <c:v>104.27119920007195</c:v>
                </c:pt>
                <c:pt idx="117">
                  <c:v>104.55019399669868</c:v>
                </c:pt>
                <c:pt idx="118">
                  <c:v>106.37820258575655</c:v>
                </c:pt>
                <c:pt idx="119">
                  <c:v>104.46269332768503</c:v>
                </c:pt>
                <c:pt idx="120">
                  <c:v>103.40734547966019</c:v>
                </c:pt>
                <c:pt idx="121">
                  <c:v>102.95558460914249</c:v>
                </c:pt>
                <c:pt idx="122">
                  <c:v>99.453393157628483</c:v>
                </c:pt>
                <c:pt idx="123">
                  <c:v>102.45580334980755</c:v>
                </c:pt>
                <c:pt idx="124">
                  <c:v>100.16340878983492</c:v>
                </c:pt>
                <c:pt idx="125">
                  <c:v>98.892162008682405</c:v>
                </c:pt>
                <c:pt idx="126">
                  <c:v>98.203758000671201</c:v>
                </c:pt>
                <c:pt idx="127">
                  <c:v>95.162670422337982</c:v>
                </c:pt>
                <c:pt idx="128">
                  <c:v>91.941957951965762</c:v>
                </c:pt>
                <c:pt idx="129">
                  <c:v>90.443685242120679</c:v>
                </c:pt>
                <c:pt idx="130">
                  <c:v>92.129802112595698</c:v>
                </c:pt>
                <c:pt idx="131">
                  <c:v>90.007977600447504</c:v>
                </c:pt>
                <c:pt idx="132">
                  <c:v>90.749714548624965</c:v>
                </c:pt>
                <c:pt idx="133">
                  <c:v>93.032866966722906</c:v>
                </c:pt>
                <c:pt idx="134">
                  <c:v>95.008197012678394</c:v>
                </c:pt>
                <c:pt idx="135">
                  <c:v>95.261846626553179</c:v>
                </c:pt>
                <c:pt idx="136">
                  <c:v>94.9022035292423</c:v>
                </c:pt>
                <c:pt idx="137">
                  <c:v>91.986556879037266</c:v>
                </c:pt>
                <c:pt idx="138">
                  <c:v>91.78415161033584</c:v>
                </c:pt>
                <c:pt idx="139">
                  <c:v>92.154391206712006</c:v>
                </c:pt>
                <c:pt idx="140">
                  <c:v>93.683107586344121</c:v>
                </c:pt>
                <c:pt idx="141">
                  <c:v>96.924336046530115</c:v>
                </c:pt>
                <c:pt idx="142">
                  <c:v>100.93352652217195</c:v>
                </c:pt>
                <c:pt idx="143">
                  <c:v>101.54029854869931</c:v>
                </c:pt>
                <c:pt idx="144">
                  <c:v>100.63941420884206</c:v>
                </c:pt>
                <c:pt idx="145">
                  <c:v>97.541421338062705</c:v>
                </c:pt>
                <c:pt idx="146">
                  <c:v>97.973722951354659</c:v>
                </c:pt>
                <c:pt idx="147">
                  <c:v>97.749970130074189</c:v>
                </c:pt>
                <c:pt idx="148">
                  <c:v>103.4338546206227</c:v>
                </c:pt>
                <c:pt idx="149">
                  <c:v>106.48939714599113</c:v>
                </c:pt>
                <c:pt idx="150">
                  <c:v>101.94977696688169</c:v>
                </c:pt>
                <c:pt idx="151">
                  <c:v>101.31249185668749</c:v>
                </c:pt>
                <c:pt idx="152">
                  <c:v>100.93005039295869</c:v>
                </c:pt>
                <c:pt idx="153">
                  <c:v>100.50576318753652</c:v>
                </c:pt>
                <c:pt idx="154">
                  <c:v>97.63374286201072</c:v>
                </c:pt>
                <c:pt idx="155">
                  <c:v>100.06640774433596</c:v>
                </c:pt>
                <c:pt idx="156">
                  <c:v>101.81767262240096</c:v>
                </c:pt>
                <c:pt idx="157">
                  <c:v>105.55428365352054</c:v>
                </c:pt>
                <c:pt idx="158">
                  <c:v>104.85480544651432</c:v>
                </c:pt>
                <c:pt idx="159">
                  <c:v>102.96260064246681</c:v>
                </c:pt>
                <c:pt idx="160">
                  <c:v>101.75227353534204</c:v>
                </c:pt>
                <c:pt idx="161">
                  <c:v>96.88012911378992</c:v>
                </c:pt>
                <c:pt idx="162">
                  <c:v>87.948723142544935</c:v>
                </c:pt>
                <c:pt idx="163">
                  <c:v>89.120007371426937</c:v>
                </c:pt>
                <c:pt idx="164">
                  <c:v>90.779707730185436</c:v>
                </c:pt>
                <c:pt idx="165">
                  <c:v>88.841101832041545</c:v>
                </c:pt>
                <c:pt idx="166">
                  <c:v>89.373335759235914</c:v>
                </c:pt>
                <c:pt idx="167">
                  <c:v>89.792951125817964</c:v>
                </c:pt>
                <c:pt idx="168">
                  <c:v>90.833277673483749</c:v>
                </c:pt>
                <c:pt idx="169">
                  <c:v>92.743800805823653</c:v>
                </c:pt>
                <c:pt idx="170">
                  <c:v>97.016027880664311</c:v>
                </c:pt>
                <c:pt idx="171">
                  <c:v>98.59385072173643</c:v>
                </c:pt>
                <c:pt idx="172">
                  <c:v>102.54938791629606</c:v>
                </c:pt>
                <c:pt idx="173">
                  <c:v>104.14561949978773</c:v>
                </c:pt>
                <c:pt idx="174">
                  <c:v>102.27246498692108</c:v>
                </c:pt>
                <c:pt idx="175">
                  <c:v>105.39629438245696</c:v>
                </c:pt>
                <c:pt idx="176">
                  <c:v>108.96199509132965</c:v>
                </c:pt>
                <c:pt idx="177">
                  <c:v>105.78731307370825</c:v>
                </c:pt>
                <c:pt idx="178">
                  <c:v>104.46963046387233</c:v>
                </c:pt>
                <c:pt idx="179">
                  <c:v>102.67420825749163</c:v>
                </c:pt>
                <c:pt idx="180">
                  <c:v>100.25472614833521</c:v>
                </c:pt>
                <c:pt idx="181">
                  <c:v>99.810615368756629</c:v>
                </c:pt>
                <c:pt idx="182">
                  <c:v>105.73917474362842</c:v>
                </c:pt>
                <c:pt idx="183">
                  <c:v>107.27238409098125</c:v>
                </c:pt>
                <c:pt idx="184">
                  <c:v>110.41364593749849</c:v>
                </c:pt>
                <c:pt idx="185">
                  <c:v>108.28434538592532</c:v>
                </c:pt>
                <c:pt idx="186">
                  <c:v>108.83904231523455</c:v>
                </c:pt>
                <c:pt idx="187">
                  <c:v>107.66469808582559</c:v>
                </c:pt>
                <c:pt idx="188">
                  <c:v>105.88100209700585</c:v>
                </c:pt>
                <c:pt idx="189">
                  <c:v>102.0522898948844</c:v>
                </c:pt>
                <c:pt idx="190">
                  <c:v>105.63194907594668</c:v>
                </c:pt>
                <c:pt idx="191">
                  <c:v>104.16862386181838</c:v>
                </c:pt>
                <c:pt idx="192">
                  <c:v>99.299779013557369</c:v>
                </c:pt>
                <c:pt idx="193">
                  <c:v>97.652852044507682</c:v>
                </c:pt>
                <c:pt idx="194">
                  <c:v>98.108159010021112</c:v>
                </c:pt>
                <c:pt idx="195">
                  <c:v>101.00960100362948</c:v>
                </c:pt>
                <c:pt idx="196">
                  <c:v>101.11049365103757</c:v>
                </c:pt>
                <c:pt idx="197">
                  <c:v>92.467940290154928</c:v>
                </c:pt>
                <c:pt idx="198">
                  <c:v>90.578627484475248</c:v>
                </c:pt>
                <c:pt idx="199">
                  <c:v>88.042440290426924</c:v>
                </c:pt>
                <c:pt idx="200">
                  <c:v>89.646384482718602</c:v>
                </c:pt>
                <c:pt idx="201">
                  <c:v>90.344439152390805</c:v>
                </c:pt>
                <c:pt idx="202">
                  <c:v>85.801489441021928</c:v>
                </c:pt>
                <c:pt idx="203">
                  <c:v>85.482043072302886</c:v>
                </c:pt>
                <c:pt idx="204">
                  <c:v>80.70792541568575</c:v>
                </c:pt>
                <c:pt idx="205">
                  <c:v>80.467830855660708</c:v>
                </c:pt>
                <c:pt idx="206">
                  <c:v>80.92461924044963</c:v>
                </c:pt>
                <c:pt idx="207">
                  <c:v>74.089945824129529</c:v>
                </c:pt>
                <c:pt idx="208">
                  <c:v>74.112940808482108</c:v>
                </c:pt>
                <c:pt idx="209">
                  <c:v>77.418058191568406</c:v>
                </c:pt>
                <c:pt idx="210">
                  <c:v>82.632068066621883</c:v>
                </c:pt>
                <c:pt idx="211">
                  <c:v>83.650725624743814</c:v>
                </c:pt>
                <c:pt idx="212">
                  <c:v>81.877886321132735</c:v>
                </c:pt>
                <c:pt idx="213">
                  <c:v>82.686784737565446</c:v>
                </c:pt>
                <c:pt idx="214">
                  <c:v>81.719618161180094</c:v>
                </c:pt>
                <c:pt idx="215">
                  <c:v>84.776813751550264</c:v>
                </c:pt>
                <c:pt idx="216">
                  <c:v>87.801872462607449</c:v>
                </c:pt>
                <c:pt idx="217">
                  <c:v>88.487313233680524</c:v>
                </c:pt>
                <c:pt idx="218">
                  <c:v>86.713151397333874</c:v>
                </c:pt>
                <c:pt idx="219">
                  <c:v>87.738360771466319</c:v>
                </c:pt>
                <c:pt idx="220">
                  <c:v>90.100362649662728</c:v>
                </c:pt>
                <c:pt idx="221">
                  <c:v>86.975701709366589</c:v>
                </c:pt>
                <c:pt idx="222">
                  <c:v>87.769680039276935</c:v>
                </c:pt>
                <c:pt idx="223">
                  <c:v>93.081475078353265</c:v>
                </c:pt>
                <c:pt idx="224">
                  <c:v>95.274806848775427</c:v>
                </c:pt>
                <c:pt idx="225">
                  <c:v>94.836330096036022</c:v>
                </c:pt>
                <c:pt idx="226">
                  <c:v>87.621578440685369</c:v>
                </c:pt>
                <c:pt idx="227">
                  <c:v>89.154743251225099</c:v>
                </c:pt>
                <c:pt idx="228">
                  <c:v>89.053600133196156</c:v>
                </c:pt>
                <c:pt idx="229">
                  <c:v>83.974179820942524</c:v>
                </c:pt>
                <c:pt idx="230">
                  <c:v>85.286370239422624</c:v>
                </c:pt>
                <c:pt idx="231">
                  <c:v>81.9880174235456</c:v>
                </c:pt>
                <c:pt idx="232">
                  <c:v>82.272268648545079</c:v>
                </c:pt>
                <c:pt idx="233">
                  <c:v>84.34810162446378</c:v>
                </c:pt>
                <c:pt idx="234">
                  <c:v>81.742982082571501</c:v>
                </c:pt>
                <c:pt idx="235">
                  <c:v>82.636384066272413</c:v>
                </c:pt>
                <c:pt idx="236">
                  <c:v>84.910373685035026</c:v>
                </c:pt>
                <c:pt idx="237">
                  <c:v>81.306039324449827</c:v>
                </c:pt>
                <c:pt idx="238">
                  <c:v>79.589897420844096</c:v>
                </c:pt>
                <c:pt idx="239">
                  <c:v>78.890157415454809</c:v>
                </c:pt>
                <c:pt idx="240">
                  <c:v>77.049194906381075</c:v>
                </c:pt>
                <c:pt idx="241">
                  <c:v>74.304161763260822</c:v>
                </c:pt>
                <c:pt idx="242">
                  <c:v>75.974429137999493</c:v>
                </c:pt>
                <c:pt idx="243">
                  <c:v>77.128803493640362</c:v>
                </c:pt>
                <c:pt idx="244">
                  <c:v>78.351799477610683</c:v>
                </c:pt>
                <c:pt idx="245">
                  <c:v>81.61766486405763</c:v>
                </c:pt>
                <c:pt idx="246">
                  <c:v>86.121133608311027</c:v>
                </c:pt>
                <c:pt idx="247">
                  <c:v>85.15300031068773</c:v>
                </c:pt>
                <c:pt idx="248">
                  <c:v>79.668221283389002</c:v>
                </c:pt>
                <c:pt idx="249">
                  <c:v>77.108523625155783</c:v>
                </c:pt>
                <c:pt idx="250">
                  <c:v>78.247259381385817</c:v>
                </c:pt>
                <c:pt idx="251">
                  <c:v>78.389964206603338</c:v>
                </c:pt>
                <c:pt idx="252">
                  <c:v>77.471343078358757</c:v>
                </c:pt>
                <c:pt idx="253">
                  <c:v>84.038911019567962</c:v>
                </c:pt>
                <c:pt idx="254">
                  <c:v>84.25100338269938</c:v>
                </c:pt>
                <c:pt idx="255">
                  <c:v>84.830815102491584</c:v>
                </c:pt>
                <c:pt idx="256">
                  <c:v>85.298498468617993</c:v>
                </c:pt>
                <c:pt idx="257">
                  <c:v>84.223138357066716</c:v>
                </c:pt>
                <c:pt idx="258">
                  <c:v>89.742014992084378</c:v>
                </c:pt>
                <c:pt idx="259">
                  <c:v>93.611349875188822</c:v>
                </c:pt>
                <c:pt idx="260">
                  <c:v>94.50063238213373</c:v>
                </c:pt>
                <c:pt idx="261">
                  <c:v>93.555752469933168</c:v>
                </c:pt>
                <c:pt idx="262">
                  <c:v>95.217007108735032</c:v>
                </c:pt>
                <c:pt idx="263">
                  <c:v>93.575819213677804</c:v>
                </c:pt>
                <c:pt idx="264">
                  <c:v>91.67445572578319</c:v>
                </c:pt>
                <c:pt idx="265">
                  <c:v>89.011915962030372</c:v>
                </c:pt>
                <c:pt idx="266">
                  <c:v>88.680578000158675</c:v>
                </c:pt>
                <c:pt idx="267">
                  <c:v>88.309687836288575</c:v>
                </c:pt>
                <c:pt idx="268">
                  <c:v>90.621532414345396</c:v>
                </c:pt>
                <c:pt idx="269">
                  <c:v>78.374249120803682</c:v>
                </c:pt>
                <c:pt idx="270">
                  <c:v>75.30709158663592</c:v>
                </c:pt>
                <c:pt idx="271">
                  <c:v>40.203107440812197</c:v>
                </c:pt>
                <c:pt idx="272">
                  <c:v>30.225731047071463</c:v>
                </c:pt>
                <c:pt idx="273">
                  <c:v>37.164271693013852</c:v>
                </c:pt>
                <c:pt idx="274">
                  <c:v>45.52463577909537</c:v>
                </c:pt>
                <c:pt idx="275">
                  <c:v>46.630189483839487</c:v>
                </c:pt>
                <c:pt idx="276">
                  <c:v>42.237025683868751</c:v>
                </c:pt>
                <c:pt idx="277">
                  <c:v>48.283192193598651</c:v>
                </c:pt>
                <c:pt idx="278">
                  <c:v>55.56336676969201</c:v>
                </c:pt>
                <c:pt idx="279">
                  <c:v>53.612397929283375</c:v>
                </c:pt>
                <c:pt idx="280">
                  <c:v>52.856840889507062</c:v>
                </c:pt>
                <c:pt idx="281">
                  <c:v>59.564808587774685</c:v>
                </c:pt>
                <c:pt idx="282">
                  <c:v>58.8984241381484</c:v>
                </c:pt>
                <c:pt idx="283">
                  <c:v>62.898988133872841</c:v>
                </c:pt>
                <c:pt idx="284">
                  <c:v>57.926879880167121</c:v>
                </c:pt>
                <c:pt idx="285">
                  <c:v>57.32943985606321</c:v>
                </c:pt>
                <c:pt idx="286">
                  <c:v>56.813613920744658</c:v>
                </c:pt>
                <c:pt idx="287">
                  <c:v>57.563646509094617</c:v>
                </c:pt>
                <c:pt idx="288">
                  <c:v>53.791913673371035</c:v>
                </c:pt>
                <c:pt idx="289">
                  <c:v>57.939325513718956</c:v>
                </c:pt>
                <c:pt idx="290">
                  <c:v>58.900446025687096</c:v>
                </c:pt>
                <c:pt idx="291">
                  <c:v>57.766423602881346</c:v>
                </c:pt>
                <c:pt idx="292">
                  <c:v>61.248255947289508</c:v>
                </c:pt>
                <c:pt idx="293">
                  <c:v>63.717934382258569</c:v>
                </c:pt>
                <c:pt idx="294">
                  <c:v>62.262962726148707</c:v>
                </c:pt>
                <c:pt idx="295">
                  <c:v>61.474271110263558</c:v>
                </c:pt>
                <c:pt idx="296">
                  <c:v>60.162216497353384</c:v>
                </c:pt>
                <c:pt idx="297">
                  <c:v>55.524002566933994</c:v>
                </c:pt>
                <c:pt idx="298">
                  <c:v>56.362772672274524</c:v>
                </c:pt>
                <c:pt idx="299">
                  <c:v>53.309589382415403</c:v>
                </c:pt>
                <c:pt idx="300">
                  <c:v>49.887112665291298</c:v>
                </c:pt>
                <c:pt idx="301">
                  <c:v>55.356080716150394</c:v>
                </c:pt>
                <c:pt idx="302">
                  <c:v>54.301659159598302</c:v>
                </c:pt>
                <c:pt idx="303">
                  <c:v>53.767480417940327</c:v>
                </c:pt>
                <c:pt idx="304">
                  <c:v>49.867371461118914</c:v>
                </c:pt>
                <c:pt idx="305">
                  <c:v>52.176790881063852</c:v>
                </c:pt>
                <c:pt idx="306">
                  <c:v>58.403816807003473</c:v>
                </c:pt>
                <c:pt idx="307">
                  <c:v>63.307979822400902</c:v>
                </c:pt>
                <c:pt idx="308">
                  <c:v>70.650117663962547</c:v>
                </c:pt>
                <c:pt idx="309">
                  <c:v>68.901491981952546</c:v>
                </c:pt>
                <c:pt idx="310">
                  <c:v>74.542454746460805</c:v>
                </c:pt>
                <c:pt idx="311">
                  <c:v>72.570601981682643</c:v>
                </c:pt>
                <c:pt idx="312">
                  <c:v>71.057954245597031</c:v>
                </c:pt>
                <c:pt idx="313">
                  <c:v>70.591684505589498</c:v>
                </c:pt>
                <c:pt idx="314">
                  <c:v>77.876547097961691</c:v>
                </c:pt>
                <c:pt idx="315">
                  <c:v>78.242869938088177</c:v>
                </c:pt>
                <c:pt idx="316">
                  <c:v>74.619335048004061</c:v>
                </c:pt>
                <c:pt idx="317">
                  <c:v>70.877968259031519</c:v>
                </c:pt>
                <c:pt idx="318">
                  <c:v>75.157025540710151</c:v>
                </c:pt>
                <c:pt idx="319">
                  <c:v>77.565808805901824</c:v>
                </c:pt>
                <c:pt idx="320">
                  <c:v>80.361027760766163</c:v>
                </c:pt>
                <c:pt idx="321">
                  <c:v>83.650898185176771</c:v>
                </c:pt>
                <c:pt idx="322">
                  <c:v>87.920081622333015</c:v>
                </c:pt>
                <c:pt idx="323">
                  <c:v>92.780122359905988</c:v>
                </c:pt>
                <c:pt idx="324">
                  <c:v>85.840144793397727</c:v>
                </c:pt>
                <c:pt idx="325">
                  <c:v>86.483400974492668</c:v>
                </c:pt>
                <c:pt idx="326">
                  <c:v>89.330020811064685</c:v>
                </c:pt>
                <c:pt idx="327">
                  <c:v>88.180968497603843</c:v>
                </c:pt>
                <c:pt idx="328">
                  <c:v>89.018394370468812</c:v>
                </c:pt>
                <c:pt idx="329">
                  <c:v>84.482998676741474</c:v>
                </c:pt>
                <c:pt idx="330">
                  <c:v>87.971352828783367</c:v>
                </c:pt>
                <c:pt idx="331">
                  <c:v>92.224697218606991</c:v>
                </c:pt>
                <c:pt idx="332">
                  <c:v>90.865617749503727</c:v>
                </c:pt>
                <c:pt idx="333">
                  <c:v>91.550817534834778</c:v>
                </c:pt>
                <c:pt idx="334">
                  <c:v>93.280055623912233</c:v>
                </c:pt>
                <c:pt idx="335">
                  <c:v>100.05243278560972</c:v>
                </c:pt>
                <c:pt idx="336">
                  <c:v>101.96641275128268</c:v>
                </c:pt>
                <c:pt idx="337">
                  <c:v>100.10578295689884</c:v>
                </c:pt>
                <c:pt idx="338">
                  <c:v>102.55738769731236</c:v>
                </c:pt>
                <c:pt idx="339">
                  <c:v>101.65184923921848</c:v>
                </c:pt>
                <c:pt idx="340">
                  <c:v>99.52191269941504</c:v>
                </c:pt>
                <c:pt idx="341">
                  <c:v>95.979230857559813</c:v>
                </c:pt>
                <c:pt idx="342">
                  <c:v>93.100573399413392</c:v>
                </c:pt>
                <c:pt idx="343">
                  <c:v>93.466335240030133</c:v>
                </c:pt>
                <c:pt idx="344">
                  <c:v>90.943953868511016</c:v>
                </c:pt>
                <c:pt idx="345">
                  <c:v>91.917294611610515</c:v>
                </c:pt>
                <c:pt idx="346">
                  <c:v>85.313726753514615</c:v>
                </c:pt>
                <c:pt idx="347">
                  <c:v>89.713586111258721</c:v>
                </c:pt>
                <c:pt idx="348">
                  <c:v>94.444282668794415</c:v>
                </c:pt>
                <c:pt idx="349">
                  <c:v>92.836292685065672</c:v>
                </c:pt>
                <c:pt idx="350">
                  <c:v>97.422914112644648</c:v>
                </c:pt>
                <c:pt idx="351">
                  <c:v>99.596646107632083</c:v>
                </c:pt>
                <c:pt idx="352">
                  <c:v>104.91544522060248</c:v>
                </c:pt>
                <c:pt idx="353">
                  <c:v>110.13817946589731</c:v>
                </c:pt>
                <c:pt idx="354">
                  <c:v>114.73205941605492</c:v>
                </c:pt>
                <c:pt idx="355">
                  <c:v>113.87858972626505</c:v>
                </c:pt>
                <c:pt idx="356">
                  <c:v>117.59322587221239</c:v>
                </c:pt>
                <c:pt idx="357">
                  <c:v>117.39398771574832</c:v>
                </c:pt>
                <c:pt idx="358">
                  <c:v>118.20108828642059</c:v>
                </c:pt>
                <c:pt idx="359">
                  <c:v>117.67399635581025</c:v>
                </c:pt>
                <c:pt idx="360">
                  <c:v>121.03032995866367</c:v>
                </c:pt>
                <c:pt idx="361">
                  <c:v>112.73630297511194</c:v>
                </c:pt>
                <c:pt idx="362">
                  <c:v>115.66744785758407</c:v>
                </c:pt>
                <c:pt idx="363">
                  <c:v>111.91855905193627</c:v>
                </c:pt>
                <c:pt idx="364">
                  <c:v>114.78851436819116</c:v>
                </c:pt>
                <c:pt idx="365">
                  <c:v>116.18004568350791</c:v>
                </c:pt>
                <c:pt idx="366">
                  <c:v>124.80525944531722</c:v>
                </c:pt>
                <c:pt idx="367">
                  <c:v>131.95227084322005</c:v>
                </c:pt>
                <c:pt idx="368">
                  <c:v>135.70998465066106</c:v>
                </c:pt>
                <c:pt idx="369">
                  <c:v>135.78835357429611</c:v>
                </c:pt>
                <c:pt idx="370">
                  <c:v>141.13968636630503</c:v>
                </c:pt>
                <c:pt idx="371">
                  <c:v>139.79342922851723</c:v>
                </c:pt>
                <c:pt idx="372">
                  <c:v>143.64093545971326</c:v>
                </c:pt>
                <c:pt idx="373">
                  <c:v>141.54619676673289</c:v>
                </c:pt>
                <c:pt idx="374">
                  <c:v>149.20058492007448</c:v>
                </c:pt>
                <c:pt idx="375">
                  <c:v>155.72932232284222</c:v>
                </c:pt>
                <c:pt idx="376">
                  <c:v>152.94545303525629</c:v>
                </c:pt>
                <c:pt idx="377">
                  <c:v>158.98282315737254</c:v>
                </c:pt>
                <c:pt idx="378">
                  <c:v>158.71530084921989</c:v>
                </c:pt>
                <c:pt idx="379">
                  <c:v>161.21379287786453</c:v>
                </c:pt>
                <c:pt idx="380">
                  <c:v>167.64594464108322</c:v>
                </c:pt>
                <c:pt idx="381">
                  <c:v>166.94781922390601</c:v>
                </c:pt>
                <c:pt idx="382">
                  <c:v>170.28552219595377</c:v>
                </c:pt>
                <c:pt idx="383">
                  <c:v>173.14598724189511</c:v>
                </c:pt>
                <c:pt idx="384">
                  <c:v>162.40575203951991</c:v>
                </c:pt>
                <c:pt idx="385">
                  <c:v>172.00192027570029</c:v>
                </c:pt>
                <c:pt idx="386">
                  <c:v>180.26594442699604</c:v>
                </c:pt>
                <c:pt idx="387">
                  <c:v>185.23832146921816</c:v>
                </c:pt>
                <c:pt idx="388">
                  <c:v>188.05350960249677</c:v>
                </c:pt>
                <c:pt idx="389">
                  <c:v>163.80398687361424</c:v>
                </c:pt>
                <c:pt idx="390">
                  <c:v>146.36727053048045</c:v>
                </c:pt>
                <c:pt idx="391">
                  <c:v>155.05307331485562</c:v>
                </c:pt>
                <c:pt idx="392">
                  <c:v>149.05906453904325</c:v>
                </c:pt>
                <c:pt idx="393">
                  <c:v>139.67710313637579</c:v>
                </c:pt>
                <c:pt idx="394">
                  <c:v>148.0746420089115</c:v>
                </c:pt>
                <c:pt idx="395">
                  <c:v>156.04345341538186</c:v>
                </c:pt>
                <c:pt idx="396">
                  <c:v>145.90885901428712</c:v>
                </c:pt>
                <c:pt idx="397">
                  <c:v>156.2900890259842</c:v>
                </c:pt>
                <c:pt idx="398">
                  <c:v>158.95581344128144</c:v>
                </c:pt>
                <c:pt idx="399">
                  <c:v>164.97418711176428</c:v>
                </c:pt>
                <c:pt idx="400">
                  <c:v>155.85328953290181</c:v>
                </c:pt>
                <c:pt idx="401">
                  <c:v>152.81265880991504</c:v>
                </c:pt>
                <c:pt idx="402">
                  <c:v>158.33207497879951</c:v>
                </c:pt>
                <c:pt idx="403">
                  <c:v>152.29049291430417</c:v>
                </c:pt>
                <c:pt idx="404">
                  <c:v>143.533269694789</c:v>
                </c:pt>
                <c:pt idx="405">
                  <c:v>161.72798737541646</c:v>
                </c:pt>
                <c:pt idx="406">
                  <c:v>161.7459107725079</c:v>
                </c:pt>
                <c:pt idx="407">
                  <c:v>164.65876421439165</c:v>
                </c:pt>
                <c:pt idx="408">
                  <c:v>171.27398064916943</c:v>
                </c:pt>
                <c:pt idx="409">
                  <c:v>177.05147171073222</c:v>
                </c:pt>
                <c:pt idx="410">
                  <c:v>175.34995110656513</c:v>
                </c:pt>
                <c:pt idx="411">
                  <c:v>174.24301563166648</c:v>
                </c:pt>
                <c:pt idx="412">
                  <c:v>174.94301244619925</c:v>
                </c:pt>
                <c:pt idx="413">
                  <c:v>170.87584718927917</c:v>
                </c:pt>
                <c:pt idx="414">
                  <c:v>159.28578259127835</c:v>
                </c:pt>
                <c:pt idx="415">
                  <c:v>159.77797097303787</c:v>
                </c:pt>
                <c:pt idx="416">
                  <c:v>157.8925882257613</c:v>
                </c:pt>
                <c:pt idx="417">
                  <c:v>162.61378882875678</c:v>
                </c:pt>
                <c:pt idx="418">
                  <c:v>154.4234148147622</c:v>
                </c:pt>
                <c:pt idx="419">
                  <c:v>163.99840760454904</c:v>
                </c:pt>
                <c:pt idx="420">
                  <c:v>168.96525491305516</c:v>
                </c:pt>
                <c:pt idx="421">
                  <c:v>171.08033236955944</c:v>
                </c:pt>
                <c:pt idx="422">
                  <c:v>161.95189584119086</c:v>
                </c:pt>
                <c:pt idx="423">
                  <c:v>165.52224039051521</c:v>
                </c:pt>
                <c:pt idx="424">
                  <c:v>165.59687229870991</c:v>
                </c:pt>
                <c:pt idx="425">
                  <c:v>160.76391601961805</c:v>
                </c:pt>
                <c:pt idx="426">
                  <c:v>168.17085799059896</c:v>
                </c:pt>
                <c:pt idx="427">
                  <c:v>166.58551673869354</c:v>
                </c:pt>
                <c:pt idx="428">
                  <c:v>148.85549374662847</c:v>
                </c:pt>
                <c:pt idx="429">
                  <c:v>150.36831535985681</c:v>
                </c:pt>
                <c:pt idx="430">
                  <c:v>156.92535304289808</c:v>
                </c:pt>
                <c:pt idx="431">
                  <c:v>163.09687865915208</c:v>
                </c:pt>
                <c:pt idx="432">
                  <c:v>167.39153330636103</c:v>
                </c:pt>
                <c:pt idx="433">
                  <c:v>164.00970492043882</c:v>
                </c:pt>
                <c:pt idx="434">
                  <c:v>162.16633251401026</c:v>
                </c:pt>
                <c:pt idx="435">
                  <c:v>152.73595212777204</c:v>
                </c:pt>
                <c:pt idx="436">
                  <c:v>154.7943483432685</c:v>
                </c:pt>
                <c:pt idx="437">
                  <c:v>155.31235989011998</c:v>
                </c:pt>
                <c:pt idx="438">
                  <c:v>154.15853542657814</c:v>
                </c:pt>
                <c:pt idx="439">
                  <c:v>151.57066855001409</c:v>
                </c:pt>
                <c:pt idx="440">
                  <c:v>156.79834932210605</c:v>
                </c:pt>
                <c:pt idx="441">
                  <c:v>154.06813005312458</c:v>
                </c:pt>
                <c:pt idx="442">
                  <c:v>148.91861629195679</c:v>
                </c:pt>
                <c:pt idx="443">
                  <c:v>152.56520859792607</c:v>
                </c:pt>
                <c:pt idx="444">
                  <c:v>151.02295112085372</c:v>
                </c:pt>
                <c:pt idx="445">
                  <c:v>157.49765484399714</c:v>
                </c:pt>
                <c:pt idx="446">
                  <c:v>156.74966583589944</c:v>
                </c:pt>
                <c:pt idx="447">
                  <c:v>160.40794360895703</c:v>
                </c:pt>
                <c:pt idx="448">
                  <c:v>164.21631730672038</c:v>
                </c:pt>
                <c:pt idx="449">
                  <c:v>169.14466567771223</c:v>
                </c:pt>
                <c:pt idx="450">
                  <c:v>169.06493622367014</c:v>
                </c:pt>
                <c:pt idx="451">
                  <c:v>166.47170614513911</c:v>
                </c:pt>
                <c:pt idx="452">
                  <c:v>175.04569558375078</c:v>
                </c:pt>
                <c:pt idx="453">
                  <c:v>178.45075702903767</c:v>
                </c:pt>
                <c:pt idx="454">
                  <c:v>179.21042478947646</c:v>
                </c:pt>
                <c:pt idx="455">
                  <c:v>171.9219642289676</c:v>
                </c:pt>
                <c:pt idx="456">
                  <c:v>179.34578554579241</c:v>
                </c:pt>
                <c:pt idx="457">
                  <c:v>167.6325762937156</c:v>
                </c:pt>
                <c:pt idx="458">
                  <c:v>177.48200906433152</c:v>
                </c:pt>
                <c:pt idx="459">
                  <c:v>181.03995951039471</c:v>
                </c:pt>
                <c:pt idx="460">
                  <c:v>175.35873144980212</c:v>
                </c:pt>
                <c:pt idx="461">
                  <c:v>181.17304415123778</c:v>
                </c:pt>
                <c:pt idx="462">
                  <c:v>170.93969862232666</c:v>
                </c:pt>
                <c:pt idx="463">
                  <c:v>170.26579914456377</c:v>
                </c:pt>
                <c:pt idx="464">
                  <c:v>172.25924181675313</c:v>
                </c:pt>
                <c:pt idx="465">
                  <c:v>172.84756908775066</c:v>
                </c:pt>
                <c:pt idx="466">
                  <c:v>162.44625749319448</c:v>
                </c:pt>
                <c:pt idx="467">
                  <c:v>166.01534232092152</c:v>
                </c:pt>
                <c:pt idx="468">
                  <c:v>165.61872996514515</c:v>
                </c:pt>
                <c:pt idx="469">
                  <c:v>165.05031269501677</c:v>
                </c:pt>
                <c:pt idx="470">
                  <c:v>169.62086209641436</c:v>
                </c:pt>
                <c:pt idx="471">
                  <c:v>167.37814556973623</c:v>
                </c:pt>
                <c:pt idx="472">
                  <c:v>162.01360404034145</c:v>
                </c:pt>
                <c:pt idx="473">
                  <c:v>167.13153255997574</c:v>
                </c:pt>
                <c:pt idx="474">
                  <c:v>164.72982698796835</c:v>
                </c:pt>
                <c:pt idx="475">
                  <c:v>161.43051163089288</c:v>
                </c:pt>
                <c:pt idx="476">
                  <c:v>167.40284975503698</c:v>
                </c:pt>
                <c:pt idx="477">
                  <c:v>174.24291850914128</c:v>
                </c:pt>
                <c:pt idx="478">
                  <c:v>178.60943345164921</c:v>
                </c:pt>
                <c:pt idx="479">
                  <c:v>182.00440420738221</c:v>
                </c:pt>
                <c:pt idx="480">
                  <c:v>186.17526113381237</c:v>
                </c:pt>
                <c:pt idx="481">
                  <c:v>188.61982646308039</c:v>
                </c:pt>
                <c:pt idx="482">
                  <c:v>192.69081677787273</c:v>
                </c:pt>
                <c:pt idx="483">
                  <c:v>199.45479837630128</c:v>
                </c:pt>
                <c:pt idx="484">
                  <c:v>200.23039574855287</c:v>
                </c:pt>
                <c:pt idx="485">
                  <c:v>195.36055879597509</c:v>
                </c:pt>
                <c:pt idx="486">
                  <c:v>199.85431260482619</c:v>
                </c:pt>
                <c:pt idx="487">
                  <c:v>193.42614755108818</c:v>
                </c:pt>
                <c:pt idx="488">
                  <c:v>200.35888208102509</c:v>
                </c:pt>
                <c:pt idx="489">
                  <c:v>196.92970933230765</c:v>
                </c:pt>
                <c:pt idx="490">
                  <c:v>197.09948520311366</c:v>
                </c:pt>
                <c:pt idx="491">
                  <c:v>198.08732848601798</c:v>
                </c:pt>
                <c:pt idx="492">
                  <c:v>191.69818912705199</c:v>
                </c:pt>
                <c:pt idx="493">
                  <c:v>184.64384042768813</c:v>
                </c:pt>
                <c:pt idx="494">
                  <c:v>186.38069259815592</c:v>
                </c:pt>
                <c:pt idx="495">
                  <c:v>190.53122127610706</c:v>
                </c:pt>
                <c:pt idx="496">
                  <c:v>193.83009642017197</c:v>
                </c:pt>
                <c:pt idx="497">
                  <c:v>192.25132761843199</c:v>
                </c:pt>
                <c:pt idx="498">
                  <c:v>192.75642496137792</c:v>
                </c:pt>
                <c:pt idx="499">
                  <c:v>191.47358626391133</c:v>
                </c:pt>
                <c:pt idx="500">
                  <c:v>192.99091530382708</c:v>
                </c:pt>
                <c:pt idx="501">
                  <c:v>190.62631369482406</c:v>
                </c:pt>
                <c:pt idx="502">
                  <c:v>201.57350426482867</c:v>
                </c:pt>
                <c:pt idx="503">
                  <c:v>195.36876729385264</c:v>
                </c:pt>
                <c:pt idx="504">
                  <c:v>198.10623948745453</c:v>
                </c:pt>
                <c:pt idx="505">
                  <c:v>185.83636635159081</c:v>
                </c:pt>
                <c:pt idx="506">
                  <c:v>181.7016333057374</c:v>
                </c:pt>
                <c:pt idx="507">
                  <c:v>187.10714500308731</c:v>
                </c:pt>
                <c:pt idx="508">
                  <c:v>181.39299524728676</c:v>
                </c:pt>
                <c:pt idx="509">
                  <c:v>195.96641917892791</c:v>
                </c:pt>
                <c:pt idx="510">
                  <c:v>204.1782621926809</c:v>
                </c:pt>
                <c:pt idx="511">
                  <c:v>198.45843253526235</c:v>
                </c:pt>
                <c:pt idx="512">
                  <c:v>197.00174168205191</c:v>
                </c:pt>
                <c:pt idx="513">
                  <c:v>193.12792867325521</c:v>
                </c:pt>
                <c:pt idx="514">
                  <c:v>198.46543804137983</c:v>
                </c:pt>
                <c:pt idx="515">
                  <c:v>199.03393129101278</c:v>
                </c:pt>
                <c:pt idx="516">
                  <c:v>202.50488673966103</c:v>
                </c:pt>
                <c:pt idx="517">
                  <c:v>197.63180905650469</c:v>
                </c:pt>
                <c:pt idx="518">
                  <c:v>195.07271642704058</c:v>
                </c:pt>
                <c:pt idx="519">
                  <c:v>189.49576779319486</c:v>
                </c:pt>
                <c:pt idx="520">
                  <c:v>180.21334114045357</c:v>
                </c:pt>
                <c:pt idx="521">
                  <c:v>185.11787228533589</c:v>
                </c:pt>
                <c:pt idx="522">
                  <c:v>191.69682746788982</c:v>
                </c:pt>
                <c:pt idx="523">
                  <c:v>197.3018416340212</c:v>
                </c:pt>
                <c:pt idx="524">
                  <c:v>191.75834779600302</c:v>
                </c:pt>
                <c:pt idx="525">
                  <c:v>194.31501261418353</c:v>
                </c:pt>
                <c:pt idx="526">
                  <c:v>192.27814271968299</c:v>
                </c:pt>
                <c:pt idx="527">
                  <c:v>188.76492809322667</c:v>
                </c:pt>
                <c:pt idx="528">
                  <c:v>190.8568110014578</c:v>
                </c:pt>
                <c:pt idx="529">
                  <c:v>191.19486343754042</c:v>
                </c:pt>
                <c:pt idx="530">
                  <c:v>183.66013202767462</c:v>
                </c:pt>
                <c:pt idx="531">
                  <c:v>175.12060521943638</c:v>
                </c:pt>
                <c:pt idx="532">
                  <c:v>179.36712456048525</c:v>
                </c:pt>
                <c:pt idx="533">
                  <c:v>190.41427772156038</c:v>
                </c:pt>
                <c:pt idx="534">
                  <c:v>191.90044168155913</c:v>
                </c:pt>
                <c:pt idx="535">
                  <c:v>182.12564356760848</c:v>
                </c:pt>
                <c:pt idx="536">
                  <c:v>159.15239193765726</c:v>
                </c:pt>
                <c:pt idx="537">
                  <c:v>173.34920049603008</c:v>
                </c:pt>
                <c:pt idx="538">
                  <c:v>174.99043986542057</c:v>
                </c:pt>
                <c:pt idx="539">
                  <c:v>172.25229177741716</c:v>
                </c:pt>
                <c:pt idx="540">
                  <c:v>176.55904797983351</c:v>
                </c:pt>
                <c:pt idx="541">
                  <c:v>183.45737065297266</c:v>
                </c:pt>
                <c:pt idx="542">
                  <c:v>181.38124954530556</c:v>
                </c:pt>
                <c:pt idx="543">
                  <c:v>182.19701481484663</c:v>
                </c:pt>
                <c:pt idx="544">
                  <c:v>181.99380227945684</c:v>
                </c:pt>
                <c:pt idx="545">
                  <c:v>190.98996080322343</c:v>
                </c:pt>
                <c:pt idx="546">
                  <c:v>194.9104881279618</c:v>
                </c:pt>
                <c:pt idx="547">
                  <c:v>186.09723837290883</c:v>
                </c:pt>
                <c:pt idx="548">
                  <c:v>186.59117706179478</c:v>
                </c:pt>
                <c:pt idx="549">
                  <c:v>187.68439452132824</c:v>
                </c:pt>
                <c:pt idx="550">
                  <c:v>186.81074695476244</c:v>
                </c:pt>
                <c:pt idx="551">
                  <c:v>190.70220742180945</c:v>
                </c:pt>
                <c:pt idx="552">
                  <c:v>193.16538301839452</c:v>
                </c:pt>
                <c:pt idx="553">
                  <c:v>188.85192233094952</c:v>
                </c:pt>
                <c:pt idx="554">
                  <c:v>189.10300026931219</c:v>
                </c:pt>
                <c:pt idx="555">
                  <c:v>190.97299364960901</c:v>
                </c:pt>
                <c:pt idx="556">
                  <c:v>197.44897301342962</c:v>
                </c:pt>
                <c:pt idx="557">
                  <c:v>195.93415444907137</c:v>
                </c:pt>
                <c:pt idx="558">
                  <c:v>197.9173758570634</c:v>
                </c:pt>
                <c:pt idx="559">
                  <c:v>203.87692640001134</c:v>
                </c:pt>
                <c:pt idx="560">
                  <c:v>207.52210228875094</c:v>
                </c:pt>
                <c:pt idx="561">
                  <c:v>200.99774612323733</c:v>
                </c:pt>
                <c:pt idx="562">
                  <c:v>206.01228840917094</c:v>
                </c:pt>
                <c:pt idx="563">
                  <c:v>194.9519700018401</c:v>
                </c:pt>
                <c:pt idx="564">
                  <c:v>198.62012902157514</c:v>
                </c:pt>
                <c:pt idx="565">
                  <c:v>199.63755526011275</c:v>
                </c:pt>
                <c:pt idx="566">
                  <c:v>201.91746798331394</c:v>
                </c:pt>
                <c:pt idx="567">
                  <c:v>207.36466146419195</c:v>
                </c:pt>
                <c:pt idx="568">
                  <c:v>214.95195818836837</c:v>
                </c:pt>
                <c:pt idx="569">
                  <c:v>211.98530132011351</c:v>
                </c:pt>
                <c:pt idx="570">
                  <c:v>215.99991995180173</c:v>
                </c:pt>
                <c:pt idx="571">
                  <c:v>208.8144723592653</c:v>
                </c:pt>
                <c:pt idx="572">
                  <c:v>199.13903440370979</c:v>
                </c:pt>
                <c:pt idx="573">
                  <c:v>204.06279291985746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5C-46CC-A7CB-3FC34F027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2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 dirty="0">
                <a:solidFill>
                  <a:srgbClr val="10243A"/>
                </a:solidFill>
                <a:latin typeface="Calibri"/>
              </a:rPr>
              <a:t>Retorno del año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Financiero</c:v>
                </c:pt>
              </c:strCache>
            </c:strRef>
          </c:tx>
          <c:spPr>
            <a:solidFill>
              <a:srgbClr val="2B6CA3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-5.1448519353543443E-2</c:v>
                </c:pt>
                <c:pt idx="1">
                  <c:v>0.21318478934694007</c:v>
                </c:pt>
                <c:pt idx="2">
                  <c:v>0.11584177786621019</c:v>
                </c:pt>
                <c:pt idx="3">
                  <c:v>-0.13208618153129481</c:v>
                </c:pt>
                <c:pt idx="4">
                  <c:v>0.18487933826337066</c:v>
                </c:pt>
                <c:pt idx="5">
                  <c:v>-1.5544387987971531E-2</c:v>
                </c:pt>
                <c:pt idx="6">
                  <c:v>0.30404587513036807</c:v>
                </c:pt>
                <c:pt idx="7">
                  <c:v>-0.13590348916736505</c:v>
                </c:pt>
                <c:pt idx="8">
                  <c:v>0.10528709804615799</c:v>
                </c:pt>
                <c:pt idx="9">
                  <c:v>0.2549566933421441</c:v>
                </c:pt>
                <c:pt idx="10">
                  <c:v>0.33076315450959459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2-493A-B9EF-453000F85F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Materiales</c:v>
                </c:pt>
              </c:strCache>
            </c:strRef>
          </c:tx>
          <c:spPr>
            <a:solidFill>
              <a:srgbClr val="C9822B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-0.32790870096654923</c:v>
                </c:pt>
                <c:pt idx="1">
                  <c:v>1.3532342433739153</c:v>
                </c:pt>
                <c:pt idx="2">
                  <c:v>0.20877486324939931</c:v>
                </c:pt>
                <c:pt idx="3">
                  <c:v>-0.1516401350125739</c:v>
                </c:pt>
                <c:pt idx="4">
                  <c:v>0.32958745320650462</c:v>
                </c:pt>
                <c:pt idx="5">
                  <c:v>0.51293691515804563</c:v>
                </c:pt>
                <c:pt idx="6">
                  <c:v>1.8404215269532953E-2</c:v>
                </c:pt>
                <c:pt idx="7">
                  <c:v>-1.9657033331162865E-2</c:v>
                </c:pt>
                <c:pt idx="8">
                  <c:v>5.1133263106471594E-2</c:v>
                </c:pt>
                <c:pt idx="9">
                  <c:v>0.30452724990941382</c:v>
                </c:pt>
                <c:pt idx="10">
                  <c:v>1.2610332815148277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92-493A-B9EF-453000F85F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Energía</c:v>
                </c:pt>
              </c:strCache>
            </c:strRef>
          </c:tx>
          <c:spPr>
            <a:solidFill>
              <a:srgbClr val="3E8E6A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-0.17179237318894502</c:v>
                </c:pt>
                <c:pt idx="1">
                  <c:v>0.35584254180823915</c:v>
                </c:pt>
                <c:pt idx="2">
                  <c:v>-9.6172883999865788E-2</c:v>
                </c:pt>
                <c:pt idx="3">
                  <c:v>-0.25217497639603514</c:v>
                </c:pt>
                <c:pt idx="4">
                  <c:v>0.24499195892285131</c:v>
                </c:pt>
                <c:pt idx="5">
                  <c:v>-0.25294400192775524</c:v>
                </c:pt>
                <c:pt idx="6">
                  <c:v>0.65291198643304904</c:v>
                </c:pt>
                <c:pt idx="7">
                  <c:v>0.39935715530385529</c:v>
                </c:pt>
                <c:pt idx="8">
                  <c:v>1.2026022311362183E-2</c:v>
                </c:pt>
                <c:pt idx="9">
                  <c:v>0.14151665749995268</c:v>
                </c:pt>
                <c:pt idx="10">
                  <c:v>0.1024680090218193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92-493A-B9EF-453000F85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 dirty="0">
                <a:solidFill>
                  <a:srgbClr val="10243A"/>
                </a:solidFill>
                <a:latin typeface="Calibri"/>
              </a:rPr>
              <a:t>Volatilidad anualizada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Financiero</c:v>
                </c:pt>
              </c:strCache>
            </c:strRef>
          </c:tx>
          <c:spPr>
            <a:ln w="22225" cap="flat">
              <a:solidFill>
                <a:srgbClr val="2B6CA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Sheet1!$A$2:$A$563</c:f>
              <c:strCache>
                <c:ptCount val="562"/>
                <c:pt idx="0">
                  <c:v>2015-03</c:v>
                </c:pt>
                <c:pt idx="1">
                  <c:v>2015-04</c:v>
                </c:pt>
                <c:pt idx="2">
                  <c:v>2015-04</c:v>
                </c:pt>
                <c:pt idx="3">
                  <c:v>2015-04</c:v>
                </c:pt>
                <c:pt idx="4">
                  <c:v>2015-04</c:v>
                </c:pt>
                <c:pt idx="5">
                  <c:v>2015-04</c:v>
                </c:pt>
                <c:pt idx="6">
                  <c:v>2015-05</c:v>
                </c:pt>
                <c:pt idx="7">
                  <c:v>2015-05</c:v>
                </c:pt>
                <c:pt idx="8">
                  <c:v>2015-05</c:v>
                </c:pt>
                <c:pt idx="9">
                  <c:v>2015-05</c:v>
                </c:pt>
                <c:pt idx="10">
                  <c:v>2015-06</c:v>
                </c:pt>
                <c:pt idx="11">
                  <c:v>2015-06</c:v>
                </c:pt>
                <c:pt idx="12">
                  <c:v>2015-06</c:v>
                </c:pt>
                <c:pt idx="13">
                  <c:v>2015-06</c:v>
                </c:pt>
                <c:pt idx="14">
                  <c:v>2015-07</c:v>
                </c:pt>
                <c:pt idx="15">
                  <c:v>2015-07</c:v>
                </c:pt>
                <c:pt idx="16">
                  <c:v>2015-07</c:v>
                </c:pt>
                <c:pt idx="17">
                  <c:v>2015-07</c:v>
                </c:pt>
                <c:pt idx="18">
                  <c:v>2015-07</c:v>
                </c:pt>
                <c:pt idx="19">
                  <c:v>2015-08</c:v>
                </c:pt>
                <c:pt idx="20">
                  <c:v>2015-08</c:v>
                </c:pt>
                <c:pt idx="21">
                  <c:v>2015-08</c:v>
                </c:pt>
                <c:pt idx="22">
                  <c:v>2015-08</c:v>
                </c:pt>
                <c:pt idx="23">
                  <c:v>2015-09</c:v>
                </c:pt>
                <c:pt idx="24">
                  <c:v>2015-09</c:v>
                </c:pt>
                <c:pt idx="25">
                  <c:v>2015-09</c:v>
                </c:pt>
                <c:pt idx="26">
                  <c:v>2015-09</c:v>
                </c:pt>
                <c:pt idx="27">
                  <c:v>2015-10</c:v>
                </c:pt>
                <c:pt idx="28">
                  <c:v>2015-10</c:v>
                </c:pt>
                <c:pt idx="29">
                  <c:v>2015-10</c:v>
                </c:pt>
                <c:pt idx="30">
                  <c:v>2015-10</c:v>
                </c:pt>
                <c:pt idx="31">
                  <c:v>2015-10</c:v>
                </c:pt>
                <c:pt idx="32">
                  <c:v>2015-11</c:v>
                </c:pt>
                <c:pt idx="33">
                  <c:v>2015-11</c:v>
                </c:pt>
                <c:pt idx="34">
                  <c:v>2015-11</c:v>
                </c:pt>
                <c:pt idx="35">
                  <c:v>2015-11</c:v>
                </c:pt>
                <c:pt idx="36">
                  <c:v>2015-12</c:v>
                </c:pt>
                <c:pt idx="37">
                  <c:v>2015-12</c:v>
                </c:pt>
                <c:pt idx="38">
                  <c:v>2015-12</c:v>
                </c:pt>
                <c:pt idx="39">
                  <c:v>2015-12</c:v>
                </c:pt>
                <c:pt idx="40">
                  <c:v>2015-12</c:v>
                </c:pt>
                <c:pt idx="41">
                  <c:v>2016-01</c:v>
                </c:pt>
                <c:pt idx="42">
                  <c:v>2016-01</c:v>
                </c:pt>
                <c:pt idx="43">
                  <c:v>2016-01</c:v>
                </c:pt>
                <c:pt idx="44">
                  <c:v>2016-01</c:v>
                </c:pt>
                <c:pt idx="45">
                  <c:v>2016-02</c:v>
                </c:pt>
                <c:pt idx="46">
                  <c:v>2016-02</c:v>
                </c:pt>
                <c:pt idx="47">
                  <c:v>2016-02</c:v>
                </c:pt>
                <c:pt idx="48">
                  <c:v>2016-02</c:v>
                </c:pt>
                <c:pt idx="49">
                  <c:v>2016-03</c:v>
                </c:pt>
                <c:pt idx="50">
                  <c:v>2016-03</c:v>
                </c:pt>
                <c:pt idx="51">
                  <c:v>2016-03</c:v>
                </c:pt>
                <c:pt idx="52">
                  <c:v>2016-03</c:v>
                </c:pt>
                <c:pt idx="53">
                  <c:v>2016-03</c:v>
                </c:pt>
                <c:pt idx="54">
                  <c:v>2016-04</c:v>
                </c:pt>
                <c:pt idx="55">
                  <c:v>2016-04</c:v>
                </c:pt>
                <c:pt idx="56">
                  <c:v>2016-04</c:v>
                </c:pt>
                <c:pt idx="57">
                  <c:v>2016-04</c:v>
                </c:pt>
                <c:pt idx="58">
                  <c:v>2016-05</c:v>
                </c:pt>
                <c:pt idx="59">
                  <c:v>2016-05</c:v>
                </c:pt>
                <c:pt idx="60">
                  <c:v>2016-05</c:v>
                </c:pt>
                <c:pt idx="61">
                  <c:v>2016-05</c:v>
                </c:pt>
                <c:pt idx="62">
                  <c:v>2016-06</c:v>
                </c:pt>
                <c:pt idx="63">
                  <c:v>2016-06</c:v>
                </c:pt>
                <c:pt idx="64">
                  <c:v>2016-06</c:v>
                </c:pt>
                <c:pt idx="65">
                  <c:v>2016-06</c:v>
                </c:pt>
                <c:pt idx="66">
                  <c:v>2016-06</c:v>
                </c:pt>
                <c:pt idx="67">
                  <c:v>2016-07</c:v>
                </c:pt>
                <c:pt idx="68">
                  <c:v>2016-07</c:v>
                </c:pt>
                <c:pt idx="69">
                  <c:v>2016-07</c:v>
                </c:pt>
                <c:pt idx="70">
                  <c:v>2016-07</c:v>
                </c:pt>
                <c:pt idx="71">
                  <c:v>2016-08</c:v>
                </c:pt>
                <c:pt idx="72">
                  <c:v>2016-08</c:v>
                </c:pt>
                <c:pt idx="73">
                  <c:v>2016-08</c:v>
                </c:pt>
                <c:pt idx="74">
                  <c:v>2016-08</c:v>
                </c:pt>
                <c:pt idx="75">
                  <c:v>2016-09</c:v>
                </c:pt>
                <c:pt idx="76">
                  <c:v>2016-09</c:v>
                </c:pt>
                <c:pt idx="77">
                  <c:v>2016-09</c:v>
                </c:pt>
                <c:pt idx="78">
                  <c:v>2016-09</c:v>
                </c:pt>
                <c:pt idx="79">
                  <c:v>2016-09</c:v>
                </c:pt>
                <c:pt idx="80">
                  <c:v>2016-10</c:v>
                </c:pt>
                <c:pt idx="81">
                  <c:v>2016-10</c:v>
                </c:pt>
                <c:pt idx="82">
                  <c:v>2016-10</c:v>
                </c:pt>
                <c:pt idx="83">
                  <c:v>2016-10</c:v>
                </c:pt>
                <c:pt idx="84">
                  <c:v>2016-11</c:v>
                </c:pt>
                <c:pt idx="85">
                  <c:v>2016-11</c:v>
                </c:pt>
                <c:pt idx="86">
                  <c:v>2016-11</c:v>
                </c:pt>
                <c:pt idx="87">
                  <c:v>2016-11</c:v>
                </c:pt>
                <c:pt idx="88">
                  <c:v>2016-12</c:v>
                </c:pt>
                <c:pt idx="89">
                  <c:v>2016-12</c:v>
                </c:pt>
                <c:pt idx="90">
                  <c:v>2016-12</c:v>
                </c:pt>
                <c:pt idx="91">
                  <c:v>2016-12</c:v>
                </c:pt>
                <c:pt idx="92">
                  <c:v>2016-12</c:v>
                </c:pt>
                <c:pt idx="93">
                  <c:v>2017-01</c:v>
                </c:pt>
                <c:pt idx="94">
                  <c:v>2017-01</c:v>
                </c:pt>
                <c:pt idx="95">
                  <c:v>2017-01</c:v>
                </c:pt>
                <c:pt idx="96">
                  <c:v>2017-01</c:v>
                </c:pt>
                <c:pt idx="97">
                  <c:v>2017-02</c:v>
                </c:pt>
                <c:pt idx="98">
                  <c:v>2017-02</c:v>
                </c:pt>
                <c:pt idx="99">
                  <c:v>2017-02</c:v>
                </c:pt>
                <c:pt idx="100">
                  <c:v>2017-02</c:v>
                </c:pt>
                <c:pt idx="101">
                  <c:v>2017-03</c:v>
                </c:pt>
                <c:pt idx="102">
                  <c:v>2017-03</c:v>
                </c:pt>
                <c:pt idx="103">
                  <c:v>2017-03</c:v>
                </c:pt>
                <c:pt idx="104">
                  <c:v>2017-03</c:v>
                </c:pt>
                <c:pt idx="105">
                  <c:v>2017-03</c:v>
                </c:pt>
                <c:pt idx="106">
                  <c:v>2017-04</c:v>
                </c:pt>
                <c:pt idx="107">
                  <c:v>2017-04</c:v>
                </c:pt>
                <c:pt idx="108">
                  <c:v>2017-04</c:v>
                </c:pt>
                <c:pt idx="109">
                  <c:v>2017-04</c:v>
                </c:pt>
                <c:pt idx="110">
                  <c:v>2017-05</c:v>
                </c:pt>
                <c:pt idx="111">
                  <c:v>2017-05</c:v>
                </c:pt>
                <c:pt idx="112">
                  <c:v>2017-05</c:v>
                </c:pt>
                <c:pt idx="113">
                  <c:v>2017-05</c:v>
                </c:pt>
                <c:pt idx="114">
                  <c:v>2017-06</c:v>
                </c:pt>
                <c:pt idx="115">
                  <c:v>2017-06</c:v>
                </c:pt>
                <c:pt idx="116">
                  <c:v>2017-06</c:v>
                </c:pt>
                <c:pt idx="117">
                  <c:v>2017-06</c:v>
                </c:pt>
                <c:pt idx="118">
                  <c:v>2017-06</c:v>
                </c:pt>
                <c:pt idx="119">
                  <c:v>2017-07</c:v>
                </c:pt>
                <c:pt idx="120">
                  <c:v>2017-07</c:v>
                </c:pt>
                <c:pt idx="121">
                  <c:v>2017-07</c:v>
                </c:pt>
                <c:pt idx="122">
                  <c:v>2017-07</c:v>
                </c:pt>
                <c:pt idx="123">
                  <c:v>2017-08</c:v>
                </c:pt>
                <c:pt idx="124">
                  <c:v>2017-08</c:v>
                </c:pt>
                <c:pt idx="125">
                  <c:v>2017-08</c:v>
                </c:pt>
                <c:pt idx="126">
                  <c:v>2017-08</c:v>
                </c:pt>
                <c:pt idx="127">
                  <c:v>2017-08</c:v>
                </c:pt>
                <c:pt idx="128">
                  <c:v>2017-09</c:v>
                </c:pt>
                <c:pt idx="129">
                  <c:v>2017-09</c:v>
                </c:pt>
                <c:pt idx="130">
                  <c:v>2017-09</c:v>
                </c:pt>
                <c:pt idx="131">
                  <c:v>2017-09</c:v>
                </c:pt>
                <c:pt idx="132">
                  <c:v>2017-10</c:v>
                </c:pt>
                <c:pt idx="133">
                  <c:v>2017-10</c:v>
                </c:pt>
                <c:pt idx="134">
                  <c:v>2017-10</c:v>
                </c:pt>
                <c:pt idx="135">
                  <c:v>2017-10</c:v>
                </c:pt>
                <c:pt idx="136">
                  <c:v>2017-11</c:v>
                </c:pt>
                <c:pt idx="137">
                  <c:v>2017-11</c:v>
                </c:pt>
                <c:pt idx="138">
                  <c:v>2017-11</c:v>
                </c:pt>
                <c:pt idx="139">
                  <c:v>2017-11</c:v>
                </c:pt>
                <c:pt idx="140">
                  <c:v>2017-11</c:v>
                </c:pt>
                <c:pt idx="141">
                  <c:v>2017-12</c:v>
                </c:pt>
                <c:pt idx="142">
                  <c:v>2017-12</c:v>
                </c:pt>
                <c:pt idx="143">
                  <c:v>2017-12</c:v>
                </c:pt>
                <c:pt idx="144">
                  <c:v>2017-12</c:v>
                </c:pt>
                <c:pt idx="145">
                  <c:v>2018-01</c:v>
                </c:pt>
                <c:pt idx="146">
                  <c:v>2018-01</c:v>
                </c:pt>
                <c:pt idx="147">
                  <c:v>2018-01</c:v>
                </c:pt>
                <c:pt idx="148">
                  <c:v>2018-01</c:v>
                </c:pt>
                <c:pt idx="149">
                  <c:v>2018-02</c:v>
                </c:pt>
                <c:pt idx="150">
                  <c:v>2018-02</c:v>
                </c:pt>
                <c:pt idx="151">
                  <c:v>2018-02</c:v>
                </c:pt>
                <c:pt idx="152">
                  <c:v>2018-02</c:v>
                </c:pt>
                <c:pt idx="153">
                  <c:v>2018-03</c:v>
                </c:pt>
                <c:pt idx="154">
                  <c:v>2018-03</c:v>
                </c:pt>
                <c:pt idx="155">
                  <c:v>2018-03</c:v>
                </c:pt>
                <c:pt idx="156">
                  <c:v>2018-03</c:v>
                </c:pt>
                <c:pt idx="157">
                  <c:v>2018-03</c:v>
                </c:pt>
                <c:pt idx="158">
                  <c:v>2018-04</c:v>
                </c:pt>
                <c:pt idx="159">
                  <c:v>2018-04</c:v>
                </c:pt>
                <c:pt idx="160">
                  <c:v>2018-04</c:v>
                </c:pt>
                <c:pt idx="161">
                  <c:v>2018-04</c:v>
                </c:pt>
                <c:pt idx="162">
                  <c:v>2018-05</c:v>
                </c:pt>
                <c:pt idx="163">
                  <c:v>2018-05</c:v>
                </c:pt>
                <c:pt idx="164">
                  <c:v>2018-05</c:v>
                </c:pt>
                <c:pt idx="165">
                  <c:v>2018-05</c:v>
                </c:pt>
                <c:pt idx="166">
                  <c:v>2018-05</c:v>
                </c:pt>
                <c:pt idx="167">
                  <c:v>2018-06</c:v>
                </c:pt>
                <c:pt idx="168">
                  <c:v>2018-06</c:v>
                </c:pt>
                <c:pt idx="169">
                  <c:v>2018-06</c:v>
                </c:pt>
                <c:pt idx="170">
                  <c:v>2018-06</c:v>
                </c:pt>
                <c:pt idx="171">
                  <c:v>2018-07</c:v>
                </c:pt>
                <c:pt idx="172">
                  <c:v>2018-07</c:v>
                </c:pt>
                <c:pt idx="173">
                  <c:v>2018-07</c:v>
                </c:pt>
                <c:pt idx="174">
                  <c:v>2018-07</c:v>
                </c:pt>
                <c:pt idx="175">
                  <c:v>2018-08</c:v>
                </c:pt>
                <c:pt idx="176">
                  <c:v>2018-08</c:v>
                </c:pt>
                <c:pt idx="177">
                  <c:v>2018-08</c:v>
                </c:pt>
                <c:pt idx="178">
                  <c:v>2018-08</c:v>
                </c:pt>
                <c:pt idx="179">
                  <c:v>2018-08</c:v>
                </c:pt>
                <c:pt idx="180">
                  <c:v>2018-09</c:v>
                </c:pt>
                <c:pt idx="181">
                  <c:v>2018-09</c:v>
                </c:pt>
                <c:pt idx="182">
                  <c:v>2018-09</c:v>
                </c:pt>
                <c:pt idx="183">
                  <c:v>2018-09</c:v>
                </c:pt>
                <c:pt idx="184">
                  <c:v>2018-10</c:v>
                </c:pt>
                <c:pt idx="185">
                  <c:v>2018-10</c:v>
                </c:pt>
                <c:pt idx="186">
                  <c:v>2018-10</c:v>
                </c:pt>
                <c:pt idx="187">
                  <c:v>2018-10</c:v>
                </c:pt>
                <c:pt idx="188">
                  <c:v>2018-11</c:v>
                </c:pt>
                <c:pt idx="189">
                  <c:v>2018-11</c:v>
                </c:pt>
                <c:pt idx="190">
                  <c:v>2018-11</c:v>
                </c:pt>
                <c:pt idx="191">
                  <c:v>2018-11</c:v>
                </c:pt>
                <c:pt idx="192">
                  <c:v>2018-11</c:v>
                </c:pt>
                <c:pt idx="193">
                  <c:v>2018-12</c:v>
                </c:pt>
                <c:pt idx="194">
                  <c:v>2018-12</c:v>
                </c:pt>
                <c:pt idx="195">
                  <c:v>2018-12</c:v>
                </c:pt>
                <c:pt idx="196">
                  <c:v>2018-12</c:v>
                </c:pt>
                <c:pt idx="197">
                  <c:v>2019-01</c:v>
                </c:pt>
                <c:pt idx="198">
                  <c:v>2019-01</c:v>
                </c:pt>
                <c:pt idx="199">
                  <c:v>2019-01</c:v>
                </c:pt>
                <c:pt idx="200">
                  <c:v>2019-01</c:v>
                </c:pt>
                <c:pt idx="201">
                  <c:v>2019-01</c:v>
                </c:pt>
                <c:pt idx="202">
                  <c:v>2019-02</c:v>
                </c:pt>
                <c:pt idx="203">
                  <c:v>2019-02</c:v>
                </c:pt>
                <c:pt idx="204">
                  <c:v>2019-02</c:v>
                </c:pt>
                <c:pt idx="205">
                  <c:v>2019-02</c:v>
                </c:pt>
                <c:pt idx="206">
                  <c:v>2019-03</c:v>
                </c:pt>
                <c:pt idx="207">
                  <c:v>2019-03</c:v>
                </c:pt>
                <c:pt idx="208">
                  <c:v>2019-03</c:v>
                </c:pt>
                <c:pt idx="209">
                  <c:v>2019-03</c:v>
                </c:pt>
                <c:pt idx="210">
                  <c:v>2019-04</c:v>
                </c:pt>
                <c:pt idx="211">
                  <c:v>2019-04</c:v>
                </c:pt>
                <c:pt idx="212">
                  <c:v>2019-04</c:v>
                </c:pt>
                <c:pt idx="213">
                  <c:v>2019-04</c:v>
                </c:pt>
                <c:pt idx="214">
                  <c:v>2019-05</c:v>
                </c:pt>
                <c:pt idx="215">
                  <c:v>2019-05</c:v>
                </c:pt>
                <c:pt idx="216">
                  <c:v>2019-05</c:v>
                </c:pt>
                <c:pt idx="217">
                  <c:v>2019-05</c:v>
                </c:pt>
                <c:pt idx="218">
                  <c:v>2019-05</c:v>
                </c:pt>
                <c:pt idx="219">
                  <c:v>2019-06</c:v>
                </c:pt>
                <c:pt idx="220">
                  <c:v>2019-06</c:v>
                </c:pt>
                <c:pt idx="221">
                  <c:v>2019-06</c:v>
                </c:pt>
                <c:pt idx="222">
                  <c:v>2019-06</c:v>
                </c:pt>
                <c:pt idx="223">
                  <c:v>2019-07</c:v>
                </c:pt>
                <c:pt idx="224">
                  <c:v>2019-07</c:v>
                </c:pt>
                <c:pt idx="225">
                  <c:v>2019-07</c:v>
                </c:pt>
                <c:pt idx="226">
                  <c:v>2019-07</c:v>
                </c:pt>
                <c:pt idx="227">
                  <c:v>2019-08</c:v>
                </c:pt>
                <c:pt idx="228">
                  <c:v>2019-08</c:v>
                </c:pt>
                <c:pt idx="229">
                  <c:v>2019-08</c:v>
                </c:pt>
                <c:pt idx="230">
                  <c:v>2019-08</c:v>
                </c:pt>
                <c:pt idx="231">
                  <c:v>2019-08</c:v>
                </c:pt>
                <c:pt idx="232">
                  <c:v>2019-09</c:v>
                </c:pt>
                <c:pt idx="233">
                  <c:v>2019-09</c:v>
                </c:pt>
                <c:pt idx="234">
                  <c:v>2019-09</c:v>
                </c:pt>
                <c:pt idx="235">
                  <c:v>2019-09</c:v>
                </c:pt>
                <c:pt idx="236">
                  <c:v>2019-10</c:v>
                </c:pt>
                <c:pt idx="237">
                  <c:v>2019-10</c:v>
                </c:pt>
                <c:pt idx="238">
                  <c:v>2019-10</c:v>
                </c:pt>
                <c:pt idx="239">
                  <c:v>2019-10</c:v>
                </c:pt>
                <c:pt idx="240">
                  <c:v>2019-10</c:v>
                </c:pt>
                <c:pt idx="241">
                  <c:v>2019-11</c:v>
                </c:pt>
                <c:pt idx="242">
                  <c:v>2019-11</c:v>
                </c:pt>
                <c:pt idx="243">
                  <c:v>2019-11</c:v>
                </c:pt>
                <c:pt idx="244">
                  <c:v>2019-11</c:v>
                </c:pt>
                <c:pt idx="245">
                  <c:v>2019-12</c:v>
                </c:pt>
                <c:pt idx="246">
                  <c:v>2019-12</c:v>
                </c:pt>
                <c:pt idx="247">
                  <c:v>2019-12</c:v>
                </c:pt>
                <c:pt idx="248">
                  <c:v>2019-12</c:v>
                </c:pt>
                <c:pt idx="249">
                  <c:v>2020-01</c:v>
                </c:pt>
                <c:pt idx="250">
                  <c:v>2020-01</c:v>
                </c:pt>
                <c:pt idx="251">
                  <c:v>2020-01</c:v>
                </c:pt>
                <c:pt idx="252">
                  <c:v>2020-01</c:v>
                </c:pt>
                <c:pt idx="253">
                  <c:v>2020-01</c:v>
                </c:pt>
                <c:pt idx="254">
                  <c:v>2020-02</c:v>
                </c:pt>
                <c:pt idx="255">
                  <c:v>2020-02</c:v>
                </c:pt>
                <c:pt idx="256">
                  <c:v>2020-02</c:v>
                </c:pt>
                <c:pt idx="257">
                  <c:v>2020-02</c:v>
                </c:pt>
                <c:pt idx="258">
                  <c:v>2020-03</c:v>
                </c:pt>
                <c:pt idx="259">
                  <c:v>2020-03</c:v>
                </c:pt>
                <c:pt idx="260">
                  <c:v>2020-03</c:v>
                </c:pt>
                <c:pt idx="261">
                  <c:v>2020-03</c:v>
                </c:pt>
                <c:pt idx="262">
                  <c:v>2020-04</c:v>
                </c:pt>
                <c:pt idx="263">
                  <c:v>2020-04</c:v>
                </c:pt>
                <c:pt idx="264">
                  <c:v>2020-04</c:v>
                </c:pt>
                <c:pt idx="265">
                  <c:v>2020-04</c:v>
                </c:pt>
                <c:pt idx="266">
                  <c:v>2020-04</c:v>
                </c:pt>
                <c:pt idx="267">
                  <c:v>2020-05</c:v>
                </c:pt>
                <c:pt idx="268">
                  <c:v>2020-05</c:v>
                </c:pt>
                <c:pt idx="269">
                  <c:v>2020-05</c:v>
                </c:pt>
                <c:pt idx="270">
                  <c:v>2020-05</c:v>
                </c:pt>
                <c:pt idx="271">
                  <c:v>2020-06</c:v>
                </c:pt>
                <c:pt idx="272">
                  <c:v>2020-06</c:v>
                </c:pt>
                <c:pt idx="273">
                  <c:v>2020-06</c:v>
                </c:pt>
                <c:pt idx="274">
                  <c:v>2020-06</c:v>
                </c:pt>
                <c:pt idx="275">
                  <c:v>2020-07</c:v>
                </c:pt>
                <c:pt idx="276">
                  <c:v>2020-07</c:v>
                </c:pt>
                <c:pt idx="277">
                  <c:v>2020-07</c:v>
                </c:pt>
                <c:pt idx="278">
                  <c:v>2020-07</c:v>
                </c:pt>
                <c:pt idx="279">
                  <c:v>2020-07</c:v>
                </c:pt>
                <c:pt idx="280">
                  <c:v>2020-08</c:v>
                </c:pt>
                <c:pt idx="281">
                  <c:v>2020-08</c:v>
                </c:pt>
                <c:pt idx="282">
                  <c:v>2020-08</c:v>
                </c:pt>
                <c:pt idx="283">
                  <c:v>2020-08</c:v>
                </c:pt>
                <c:pt idx="284">
                  <c:v>2020-09</c:v>
                </c:pt>
                <c:pt idx="285">
                  <c:v>2020-09</c:v>
                </c:pt>
                <c:pt idx="286">
                  <c:v>2020-09</c:v>
                </c:pt>
                <c:pt idx="287">
                  <c:v>2020-09</c:v>
                </c:pt>
                <c:pt idx="288">
                  <c:v>2020-10</c:v>
                </c:pt>
                <c:pt idx="289">
                  <c:v>2020-10</c:v>
                </c:pt>
                <c:pt idx="290">
                  <c:v>2020-10</c:v>
                </c:pt>
                <c:pt idx="291">
                  <c:v>2020-10</c:v>
                </c:pt>
                <c:pt idx="292">
                  <c:v>2020-10</c:v>
                </c:pt>
                <c:pt idx="293">
                  <c:v>2020-11</c:v>
                </c:pt>
                <c:pt idx="294">
                  <c:v>2020-11</c:v>
                </c:pt>
                <c:pt idx="295">
                  <c:v>2020-11</c:v>
                </c:pt>
                <c:pt idx="296">
                  <c:v>2020-11</c:v>
                </c:pt>
                <c:pt idx="297">
                  <c:v>2020-12</c:v>
                </c:pt>
                <c:pt idx="298">
                  <c:v>2020-12</c:v>
                </c:pt>
                <c:pt idx="299">
                  <c:v>2020-12</c:v>
                </c:pt>
                <c:pt idx="300">
                  <c:v>2020-12</c:v>
                </c:pt>
                <c:pt idx="301">
                  <c:v>2020-12</c:v>
                </c:pt>
                <c:pt idx="302">
                  <c:v>2021-01</c:v>
                </c:pt>
                <c:pt idx="303">
                  <c:v>2021-01</c:v>
                </c:pt>
                <c:pt idx="304">
                  <c:v>2021-01</c:v>
                </c:pt>
                <c:pt idx="305">
                  <c:v>2021-01</c:v>
                </c:pt>
                <c:pt idx="306">
                  <c:v>2021-02</c:v>
                </c:pt>
                <c:pt idx="307">
                  <c:v>2021-02</c:v>
                </c:pt>
                <c:pt idx="308">
                  <c:v>2021-02</c:v>
                </c:pt>
                <c:pt idx="309">
                  <c:v>2021-02</c:v>
                </c:pt>
                <c:pt idx="310">
                  <c:v>2021-03</c:v>
                </c:pt>
                <c:pt idx="311">
                  <c:v>2021-03</c:v>
                </c:pt>
                <c:pt idx="312">
                  <c:v>2021-03</c:v>
                </c:pt>
                <c:pt idx="313">
                  <c:v>2021-03</c:v>
                </c:pt>
                <c:pt idx="314">
                  <c:v>2021-04</c:v>
                </c:pt>
                <c:pt idx="315">
                  <c:v>2021-04</c:v>
                </c:pt>
                <c:pt idx="316">
                  <c:v>2021-04</c:v>
                </c:pt>
                <c:pt idx="317">
                  <c:v>2021-04</c:v>
                </c:pt>
                <c:pt idx="318">
                  <c:v>2021-04</c:v>
                </c:pt>
                <c:pt idx="319">
                  <c:v>2021-05</c:v>
                </c:pt>
                <c:pt idx="320">
                  <c:v>2021-05</c:v>
                </c:pt>
                <c:pt idx="321">
                  <c:v>2021-05</c:v>
                </c:pt>
                <c:pt idx="322">
                  <c:v>2021-05</c:v>
                </c:pt>
                <c:pt idx="323">
                  <c:v>2021-06</c:v>
                </c:pt>
                <c:pt idx="324">
                  <c:v>2021-06</c:v>
                </c:pt>
                <c:pt idx="325">
                  <c:v>2021-06</c:v>
                </c:pt>
                <c:pt idx="326">
                  <c:v>2021-06</c:v>
                </c:pt>
                <c:pt idx="327">
                  <c:v>2021-07</c:v>
                </c:pt>
                <c:pt idx="328">
                  <c:v>2021-07</c:v>
                </c:pt>
                <c:pt idx="329">
                  <c:v>2021-07</c:v>
                </c:pt>
                <c:pt idx="330">
                  <c:v>2021-07</c:v>
                </c:pt>
                <c:pt idx="331">
                  <c:v>2021-07</c:v>
                </c:pt>
                <c:pt idx="332">
                  <c:v>2021-08</c:v>
                </c:pt>
                <c:pt idx="333">
                  <c:v>2021-08</c:v>
                </c:pt>
                <c:pt idx="334">
                  <c:v>2021-08</c:v>
                </c:pt>
                <c:pt idx="335">
                  <c:v>2021-08</c:v>
                </c:pt>
                <c:pt idx="336">
                  <c:v>2021-09</c:v>
                </c:pt>
                <c:pt idx="337">
                  <c:v>2021-09</c:v>
                </c:pt>
                <c:pt idx="338">
                  <c:v>2021-09</c:v>
                </c:pt>
                <c:pt idx="339">
                  <c:v>2021-09</c:v>
                </c:pt>
                <c:pt idx="340">
                  <c:v>2021-09</c:v>
                </c:pt>
                <c:pt idx="341">
                  <c:v>2021-10</c:v>
                </c:pt>
                <c:pt idx="342">
                  <c:v>2021-10</c:v>
                </c:pt>
                <c:pt idx="343">
                  <c:v>2021-10</c:v>
                </c:pt>
                <c:pt idx="344">
                  <c:v>2021-10</c:v>
                </c:pt>
                <c:pt idx="345">
                  <c:v>2021-11</c:v>
                </c:pt>
                <c:pt idx="346">
                  <c:v>2021-11</c:v>
                </c:pt>
                <c:pt idx="347">
                  <c:v>2021-11</c:v>
                </c:pt>
                <c:pt idx="348">
                  <c:v>2021-11</c:v>
                </c:pt>
                <c:pt idx="349">
                  <c:v>2021-12</c:v>
                </c:pt>
                <c:pt idx="350">
                  <c:v>2021-12</c:v>
                </c:pt>
                <c:pt idx="351">
                  <c:v>2021-12</c:v>
                </c:pt>
                <c:pt idx="352">
                  <c:v>2021-12</c:v>
                </c:pt>
                <c:pt idx="353">
                  <c:v>2021-12</c:v>
                </c:pt>
                <c:pt idx="354">
                  <c:v>2022-01</c:v>
                </c:pt>
                <c:pt idx="355">
                  <c:v>2022-01</c:v>
                </c:pt>
                <c:pt idx="356">
                  <c:v>2022-01</c:v>
                </c:pt>
                <c:pt idx="357">
                  <c:v>2022-01</c:v>
                </c:pt>
                <c:pt idx="358">
                  <c:v>2022-02</c:v>
                </c:pt>
                <c:pt idx="359">
                  <c:v>2022-02</c:v>
                </c:pt>
                <c:pt idx="360">
                  <c:v>2022-02</c:v>
                </c:pt>
                <c:pt idx="361">
                  <c:v>2022-02</c:v>
                </c:pt>
                <c:pt idx="362">
                  <c:v>2022-03</c:v>
                </c:pt>
                <c:pt idx="363">
                  <c:v>2022-03</c:v>
                </c:pt>
                <c:pt idx="364">
                  <c:v>2022-03</c:v>
                </c:pt>
                <c:pt idx="365">
                  <c:v>2022-03</c:v>
                </c:pt>
                <c:pt idx="366">
                  <c:v>2022-03</c:v>
                </c:pt>
                <c:pt idx="367">
                  <c:v>2022-04</c:v>
                </c:pt>
                <c:pt idx="368">
                  <c:v>2022-04</c:v>
                </c:pt>
                <c:pt idx="369">
                  <c:v>2022-04</c:v>
                </c:pt>
                <c:pt idx="370">
                  <c:v>2022-04</c:v>
                </c:pt>
                <c:pt idx="371">
                  <c:v>2022-05</c:v>
                </c:pt>
                <c:pt idx="372">
                  <c:v>2022-05</c:v>
                </c:pt>
                <c:pt idx="373">
                  <c:v>2022-05</c:v>
                </c:pt>
                <c:pt idx="374">
                  <c:v>2022-05</c:v>
                </c:pt>
                <c:pt idx="375">
                  <c:v>2022-06</c:v>
                </c:pt>
                <c:pt idx="376">
                  <c:v>2022-06</c:v>
                </c:pt>
                <c:pt idx="377">
                  <c:v>2022-06</c:v>
                </c:pt>
                <c:pt idx="378">
                  <c:v>2022-06</c:v>
                </c:pt>
                <c:pt idx="379">
                  <c:v>2022-06</c:v>
                </c:pt>
                <c:pt idx="380">
                  <c:v>2022-07</c:v>
                </c:pt>
                <c:pt idx="381">
                  <c:v>2022-07</c:v>
                </c:pt>
                <c:pt idx="382">
                  <c:v>2022-07</c:v>
                </c:pt>
                <c:pt idx="383">
                  <c:v>2022-07</c:v>
                </c:pt>
                <c:pt idx="384">
                  <c:v>2022-08</c:v>
                </c:pt>
                <c:pt idx="385">
                  <c:v>2022-08</c:v>
                </c:pt>
                <c:pt idx="386">
                  <c:v>2022-08</c:v>
                </c:pt>
                <c:pt idx="387">
                  <c:v>2022-08</c:v>
                </c:pt>
                <c:pt idx="388">
                  <c:v>2022-09</c:v>
                </c:pt>
                <c:pt idx="389">
                  <c:v>2022-09</c:v>
                </c:pt>
                <c:pt idx="390">
                  <c:v>2022-09</c:v>
                </c:pt>
                <c:pt idx="391">
                  <c:v>2022-09</c:v>
                </c:pt>
                <c:pt idx="392">
                  <c:v>2022-09</c:v>
                </c:pt>
                <c:pt idx="393">
                  <c:v>2022-10</c:v>
                </c:pt>
                <c:pt idx="394">
                  <c:v>2022-10</c:v>
                </c:pt>
                <c:pt idx="395">
                  <c:v>2022-10</c:v>
                </c:pt>
                <c:pt idx="396">
                  <c:v>2022-10</c:v>
                </c:pt>
                <c:pt idx="397">
                  <c:v>2022-11</c:v>
                </c:pt>
                <c:pt idx="398">
                  <c:v>2022-11</c:v>
                </c:pt>
                <c:pt idx="399">
                  <c:v>2022-11</c:v>
                </c:pt>
                <c:pt idx="400">
                  <c:v>2022-11</c:v>
                </c:pt>
                <c:pt idx="401">
                  <c:v>2022-12</c:v>
                </c:pt>
                <c:pt idx="402">
                  <c:v>2022-12</c:v>
                </c:pt>
                <c:pt idx="403">
                  <c:v>2022-12</c:v>
                </c:pt>
                <c:pt idx="404">
                  <c:v>2022-12</c:v>
                </c:pt>
                <c:pt idx="405">
                  <c:v>2022-12</c:v>
                </c:pt>
                <c:pt idx="406">
                  <c:v>2023-01</c:v>
                </c:pt>
                <c:pt idx="407">
                  <c:v>2023-01</c:v>
                </c:pt>
                <c:pt idx="408">
                  <c:v>2023-01</c:v>
                </c:pt>
                <c:pt idx="409">
                  <c:v>2023-01</c:v>
                </c:pt>
                <c:pt idx="410">
                  <c:v>2023-02</c:v>
                </c:pt>
                <c:pt idx="411">
                  <c:v>2023-02</c:v>
                </c:pt>
                <c:pt idx="412">
                  <c:v>2023-02</c:v>
                </c:pt>
                <c:pt idx="413">
                  <c:v>2023-02</c:v>
                </c:pt>
                <c:pt idx="414">
                  <c:v>2023-03</c:v>
                </c:pt>
                <c:pt idx="415">
                  <c:v>2023-03</c:v>
                </c:pt>
                <c:pt idx="416">
                  <c:v>2023-03</c:v>
                </c:pt>
                <c:pt idx="417">
                  <c:v>2023-03</c:v>
                </c:pt>
                <c:pt idx="418">
                  <c:v>2023-03</c:v>
                </c:pt>
                <c:pt idx="419">
                  <c:v>2023-04</c:v>
                </c:pt>
                <c:pt idx="420">
                  <c:v>2023-04</c:v>
                </c:pt>
                <c:pt idx="421">
                  <c:v>2023-04</c:v>
                </c:pt>
                <c:pt idx="422">
                  <c:v>2023-04</c:v>
                </c:pt>
                <c:pt idx="423">
                  <c:v>2023-05</c:v>
                </c:pt>
                <c:pt idx="424">
                  <c:v>2023-05</c:v>
                </c:pt>
                <c:pt idx="425">
                  <c:v>2023-05</c:v>
                </c:pt>
                <c:pt idx="426">
                  <c:v>2023-05</c:v>
                </c:pt>
                <c:pt idx="427">
                  <c:v>2023-06</c:v>
                </c:pt>
                <c:pt idx="428">
                  <c:v>2023-06</c:v>
                </c:pt>
                <c:pt idx="429">
                  <c:v>2023-06</c:v>
                </c:pt>
                <c:pt idx="430">
                  <c:v>2023-06</c:v>
                </c:pt>
                <c:pt idx="431">
                  <c:v>2023-06</c:v>
                </c:pt>
                <c:pt idx="432">
                  <c:v>2023-07</c:v>
                </c:pt>
                <c:pt idx="433">
                  <c:v>2023-07</c:v>
                </c:pt>
                <c:pt idx="434">
                  <c:v>2023-07</c:v>
                </c:pt>
                <c:pt idx="435">
                  <c:v>2023-07</c:v>
                </c:pt>
                <c:pt idx="436">
                  <c:v>2023-08</c:v>
                </c:pt>
                <c:pt idx="437">
                  <c:v>2023-08</c:v>
                </c:pt>
                <c:pt idx="438">
                  <c:v>2023-08</c:v>
                </c:pt>
                <c:pt idx="439">
                  <c:v>2023-08</c:v>
                </c:pt>
                <c:pt idx="440">
                  <c:v>2023-08</c:v>
                </c:pt>
                <c:pt idx="441">
                  <c:v>2023-09</c:v>
                </c:pt>
                <c:pt idx="442">
                  <c:v>2023-09</c:v>
                </c:pt>
                <c:pt idx="443">
                  <c:v>2023-09</c:v>
                </c:pt>
                <c:pt idx="444">
                  <c:v>2023-09</c:v>
                </c:pt>
                <c:pt idx="445">
                  <c:v>2023-10</c:v>
                </c:pt>
                <c:pt idx="446">
                  <c:v>2023-10</c:v>
                </c:pt>
                <c:pt idx="447">
                  <c:v>2023-10</c:v>
                </c:pt>
                <c:pt idx="448">
                  <c:v>2023-10</c:v>
                </c:pt>
                <c:pt idx="449">
                  <c:v>2023-11</c:v>
                </c:pt>
                <c:pt idx="450">
                  <c:v>2023-11</c:v>
                </c:pt>
                <c:pt idx="451">
                  <c:v>2023-11</c:v>
                </c:pt>
                <c:pt idx="452">
                  <c:v>2023-11</c:v>
                </c:pt>
                <c:pt idx="453">
                  <c:v>2023-11</c:v>
                </c:pt>
                <c:pt idx="454">
                  <c:v>2023-12</c:v>
                </c:pt>
                <c:pt idx="455">
                  <c:v>2023-12</c:v>
                </c:pt>
                <c:pt idx="456">
                  <c:v>2023-12</c:v>
                </c:pt>
                <c:pt idx="457">
                  <c:v>2023-12</c:v>
                </c:pt>
                <c:pt idx="458">
                  <c:v>2024-01</c:v>
                </c:pt>
                <c:pt idx="459">
                  <c:v>2024-01</c:v>
                </c:pt>
                <c:pt idx="460">
                  <c:v>2024-01</c:v>
                </c:pt>
                <c:pt idx="461">
                  <c:v>2024-01</c:v>
                </c:pt>
                <c:pt idx="462">
                  <c:v>2024-02</c:v>
                </c:pt>
                <c:pt idx="463">
                  <c:v>2024-02</c:v>
                </c:pt>
                <c:pt idx="464">
                  <c:v>2024-02</c:v>
                </c:pt>
                <c:pt idx="465">
                  <c:v>2024-02</c:v>
                </c:pt>
                <c:pt idx="466">
                  <c:v>2024-02</c:v>
                </c:pt>
                <c:pt idx="467">
                  <c:v>2024-03</c:v>
                </c:pt>
                <c:pt idx="468">
                  <c:v>2024-03</c:v>
                </c:pt>
                <c:pt idx="469">
                  <c:v>2024-03</c:v>
                </c:pt>
                <c:pt idx="470">
                  <c:v>2024-03</c:v>
                </c:pt>
                <c:pt idx="471">
                  <c:v>2024-04</c:v>
                </c:pt>
                <c:pt idx="472">
                  <c:v>2024-04</c:v>
                </c:pt>
                <c:pt idx="473">
                  <c:v>2024-04</c:v>
                </c:pt>
                <c:pt idx="474">
                  <c:v>2024-04</c:v>
                </c:pt>
                <c:pt idx="475">
                  <c:v>2024-05</c:v>
                </c:pt>
                <c:pt idx="476">
                  <c:v>2024-05</c:v>
                </c:pt>
                <c:pt idx="477">
                  <c:v>2024-05</c:v>
                </c:pt>
                <c:pt idx="478">
                  <c:v>2024-05</c:v>
                </c:pt>
                <c:pt idx="479">
                  <c:v>2024-05</c:v>
                </c:pt>
                <c:pt idx="480">
                  <c:v>2024-06</c:v>
                </c:pt>
                <c:pt idx="481">
                  <c:v>2024-06</c:v>
                </c:pt>
                <c:pt idx="482">
                  <c:v>2024-06</c:v>
                </c:pt>
                <c:pt idx="483">
                  <c:v>2024-06</c:v>
                </c:pt>
                <c:pt idx="484">
                  <c:v>2024-07</c:v>
                </c:pt>
                <c:pt idx="485">
                  <c:v>2024-07</c:v>
                </c:pt>
                <c:pt idx="486">
                  <c:v>2024-07</c:v>
                </c:pt>
                <c:pt idx="487">
                  <c:v>2024-07</c:v>
                </c:pt>
                <c:pt idx="488">
                  <c:v>2024-08</c:v>
                </c:pt>
                <c:pt idx="489">
                  <c:v>2024-08</c:v>
                </c:pt>
                <c:pt idx="490">
                  <c:v>2024-08</c:v>
                </c:pt>
                <c:pt idx="491">
                  <c:v>2024-08</c:v>
                </c:pt>
                <c:pt idx="492">
                  <c:v>2024-08</c:v>
                </c:pt>
                <c:pt idx="493">
                  <c:v>2024-09</c:v>
                </c:pt>
                <c:pt idx="494">
                  <c:v>2024-09</c:v>
                </c:pt>
                <c:pt idx="495">
                  <c:v>2024-09</c:v>
                </c:pt>
                <c:pt idx="496">
                  <c:v>2024-09</c:v>
                </c:pt>
                <c:pt idx="497">
                  <c:v>2024-10</c:v>
                </c:pt>
                <c:pt idx="498">
                  <c:v>2024-10</c:v>
                </c:pt>
                <c:pt idx="499">
                  <c:v>2024-10</c:v>
                </c:pt>
                <c:pt idx="500">
                  <c:v>2024-10</c:v>
                </c:pt>
                <c:pt idx="501">
                  <c:v>2024-10</c:v>
                </c:pt>
                <c:pt idx="502">
                  <c:v>2024-11</c:v>
                </c:pt>
                <c:pt idx="503">
                  <c:v>2024-11</c:v>
                </c:pt>
                <c:pt idx="504">
                  <c:v>2024-11</c:v>
                </c:pt>
                <c:pt idx="505">
                  <c:v>2024-11</c:v>
                </c:pt>
                <c:pt idx="506">
                  <c:v>2024-12</c:v>
                </c:pt>
                <c:pt idx="507">
                  <c:v>2024-12</c:v>
                </c:pt>
                <c:pt idx="508">
                  <c:v>2024-12</c:v>
                </c:pt>
                <c:pt idx="509">
                  <c:v>2024-12</c:v>
                </c:pt>
                <c:pt idx="510">
                  <c:v>2025-01</c:v>
                </c:pt>
                <c:pt idx="511">
                  <c:v>2025-01</c:v>
                </c:pt>
                <c:pt idx="512">
                  <c:v>2025-01</c:v>
                </c:pt>
                <c:pt idx="513">
                  <c:v>2025-01</c:v>
                </c:pt>
                <c:pt idx="514">
                  <c:v>2025-01</c:v>
                </c:pt>
                <c:pt idx="515">
                  <c:v>2025-02</c:v>
                </c:pt>
                <c:pt idx="516">
                  <c:v>2025-02</c:v>
                </c:pt>
                <c:pt idx="517">
                  <c:v>2025-02</c:v>
                </c:pt>
                <c:pt idx="518">
                  <c:v>2025-02</c:v>
                </c:pt>
                <c:pt idx="519">
                  <c:v>2025-03</c:v>
                </c:pt>
                <c:pt idx="520">
                  <c:v>2025-03</c:v>
                </c:pt>
                <c:pt idx="521">
                  <c:v>2025-03</c:v>
                </c:pt>
                <c:pt idx="522">
                  <c:v>2025-03</c:v>
                </c:pt>
                <c:pt idx="523">
                  <c:v>2025-04</c:v>
                </c:pt>
                <c:pt idx="524">
                  <c:v>2025-04</c:v>
                </c:pt>
                <c:pt idx="525">
                  <c:v>2025-04</c:v>
                </c:pt>
                <c:pt idx="526">
                  <c:v>2025-04</c:v>
                </c:pt>
                <c:pt idx="527">
                  <c:v>2025-05</c:v>
                </c:pt>
                <c:pt idx="528">
                  <c:v>2025-05</c:v>
                </c:pt>
                <c:pt idx="529">
                  <c:v>2025-05</c:v>
                </c:pt>
                <c:pt idx="530">
                  <c:v>2025-05</c:v>
                </c:pt>
                <c:pt idx="531">
                  <c:v>2025-05</c:v>
                </c:pt>
                <c:pt idx="532">
                  <c:v>2025-06</c:v>
                </c:pt>
                <c:pt idx="533">
                  <c:v>2025-06</c:v>
                </c:pt>
                <c:pt idx="534">
                  <c:v>2025-06</c:v>
                </c:pt>
                <c:pt idx="535">
                  <c:v>2025-06</c:v>
                </c:pt>
                <c:pt idx="536">
                  <c:v>2025-07</c:v>
                </c:pt>
                <c:pt idx="537">
                  <c:v>2025-07</c:v>
                </c:pt>
                <c:pt idx="538">
                  <c:v>2025-07</c:v>
                </c:pt>
                <c:pt idx="539">
                  <c:v>2025-07</c:v>
                </c:pt>
                <c:pt idx="540">
                  <c:v>2025-07</c:v>
                </c:pt>
                <c:pt idx="541">
                  <c:v>2025-08</c:v>
                </c:pt>
                <c:pt idx="542">
                  <c:v>2025-08</c:v>
                </c:pt>
                <c:pt idx="543">
                  <c:v>2025-08</c:v>
                </c:pt>
                <c:pt idx="544">
                  <c:v>2025-08</c:v>
                </c:pt>
                <c:pt idx="545">
                  <c:v>2025-09</c:v>
                </c:pt>
                <c:pt idx="546">
                  <c:v>2025-09</c:v>
                </c:pt>
                <c:pt idx="547">
                  <c:v>2025-09</c:v>
                </c:pt>
                <c:pt idx="548">
                  <c:v>2025-09</c:v>
                </c:pt>
                <c:pt idx="549">
                  <c:v>2025-10</c:v>
                </c:pt>
                <c:pt idx="550">
                  <c:v>2025-10</c:v>
                </c:pt>
                <c:pt idx="551">
                  <c:v>2025-10</c:v>
                </c:pt>
                <c:pt idx="552">
                  <c:v>2025-10</c:v>
                </c:pt>
                <c:pt idx="553">
                  <c:v>2025-10</c:v>
                </c:pt>
                <c:pt idx="554">
                  <c:v>2025-11</c:v>
                </c:pt>
                <c:pt idx="555">
                  <c:v>2025-11</c:v>
                </c:pt>
                <c:pt idx="556">
                  <c:v>2025-11</c:v>
                </c:pt>
                <c:pt idx="557">
                  <c:v>2025-11</c:v>
                </c:pt>
                <c:pt idx="558">
                  <c:v>2025-12</c:v>
                </c:pt>
                <c:pt idx="559">
                  <c:v>2025-12</c:v>
                </c:pt>
                <c:pt idx="560">
                  <c:v>2025-12</c:v>
                </c:pt>
                <c:pt idx="561">
                  <c:v>2025-12</c:v>
                </c:pt>
              </c:strCache>
            </c:strRef>
          </c:cat>
          <c:val>
            <c:numRef>
              <c:f>Sheet1!$B$2:$B$563</c:f>
              <c:numCache>
                <c:formatCode>General</c:formatCode>
                <c:ptCount val="562"/>
                <c:pt idx="0">
                  <c:v>0.15436643076190323</c:v>
                </c:pt>
                <c:pt idx="1">
                  <c:v>0.1442757985928424</c:v>
                </c:pt>
                <c:pt idx="2">
                  <c:v>0.13310586994380361</c:v>
                </c:pt>
                <c:pt idx="3">
                  <c:v>0.12859663355380885</c:v>
                </c:pt>
                <c:pt idx="4">
                  <c:v>0.1261889121425725</c:v>
                </c:pt>
                <c:pt idx="5">
                  <c:v>0.10147847024914998</c:v>
                </c:pt>
                <c:pt idx="6">
                  <c:v>0.10269419840484637</c:v>
                </c:pt>
                <c:pt idx="7">
                  <c:v>0.10090215837199654</c:v>
                </c:pt>
                <c:pt idx="8">
                  <c:v>0.10077350360308154</c:v>
                </c:pt>
                <c:pt idx="9">
                  <c:v>9.8795891275315365E-2</c:v>
                </c:pt>
                <c:pt idx="10">
                  <c:v>9.4601677846715915E-2</c:v>
                </c:pt>
                <c:pt idx="11">
                  <c:v>9.6559295829594161E-2</c:v>
                </c:pt>
                <c:pt idx="12">
                  <c:v>8.922945949099946E-2</c:v>
                </c:pt>
                <c:pt idx="13">
                  <c:v>9.2002036671513285E-2</c:v>
                </c:pt>
                <c:pt idx="14">
                  <c:v>0.10452364904020638</c:v>
                </c:pt>
                <c:pt idx="15">
                  <c:v>0.10765869414176206</c:v>
                </c:pt>
                <c:pt idx="16">
                  <c:v>0.11277727273699828</c:v>
                </c:pt>
                <c:pt idx="17">
                  <c:v>0.11433505394662877</c:v>
                </c:pt>
                <c:pt idx="18">
                  <c:v>0.12604398175116208</c:v>
                </c:pt>
                <c:pt idx="19">
                  <c:v>0.12647803361100007</c:v>
                </c:pt>
                <c:pt idx="20">
                  <c:v>0.12739578580123476</c:v>
                </c:pt>
                <c:pt idx="21">
                  <c:v>0.13365837754232493</c:v>
                </c:pt>
                <c:pt idx="22">
                  <c:v>0.17300825196566746</c:v>
                </c:pt>
                <c:pt idx="23">
                  <c:v>0.18051525447867631</c:v>
                </c:pt>
                <c:pt idx="24">
                  <c:v>0.18409806515424887</c:v>
                </c:pt>
                <c:pt idx="25">
                  <c:v>0.18592853688270955</c:v>
                </c:pt>
                <c:pt idx="26">
                  <c:v>0.18767852934826579</c:v>
                </c:pt>
                <c:pt idx="27">
                  <c:v>0.19540679624440607</c:v>
                </c:pt>
                <c:pt idx="28">
                  <c:v>0.19999013729388626</c:v>
                </c:pt>
                <c:pt idx="29">
                  <c:v>0.1990649032282796</c:v>
                </c:pt>
                <c:pt idx="30">
                  <c:v>0.19376193209985396</c:v>
                </c:pt>
                <c:pt idx="31">
                  <c:v>0.19564192033317657</c:v>
                </c:pt>
                <c:pt idx="32">
                  <c:v>0.19716485468877926</c:v>
                </c:pt>
                <c:pt idx="33">
                  <c:v>0.1975076836059034</c:v>
                </c:pt>
                <c:pt idx="34">
                  <c:v>0.1663051680822103</c:v>
                </c:pt>
                <c:pt idx="35">
                  <c:v>0.15437663900108517</c:v>
                </c:pt>
                <c:pt idx="36">
                  <c:v>0.15379872664071514</c:v>
                </c:pt>
                <c:pt idx="37">
                  <c:v>0.15701366356962998</c:v>
                </c:pt>
                <c:pt idx="38">
                  <c:v>0.15643405739536054</c:v>
                </c:pt>
                <c:pt idx="39">
                  <c:v>0.14690022778299558</c:v>
                </c:pt>
                <c:pt idx="40">
                  <c:v>0.14056310262120747</c:v>
                </c:pt>
                <c:pt idx="41">
                  <c:v>0.15392419946199923</c:v>
                </c:pt>
                <c:pt idx="42">
                  <c:v>0.15469329903199586</c:v>
                </c:pt>
                <c:pt idx="43">
                  <c:v>0.17255195097979897</c:v>
                </c:pt>
                <c:pt idx="44">
                  <c:v>0.20136922968773777</c:v>
                </c:pt>
                <c:pt idx="45">
                  <c:v>0.20610125084903957</c:v>
                </c:pt>
                <c:pt idx="46">
                  <c:v>0.2180900885565798</c:v>
                </c:pt>
                <c:pt idx="47">
                  <c:v>0.24716965488495068</c:v>
                </c:pt>
                <c:pt idx="48">
                  <c:v>0.24803521428362196</c:v>
                </c:pt>
                <c:pt idx="49">
                  <c:v>0.25196570490479342</c:v>
                </c:pt>
                <c:pt idx="50">
                  <c:v>0.2460132360757234</c:v>
                </c:pt>
                <c:pt idx="51">
                  <c:v>0.2492473038262287</c:v>
                </c:pt>
                <c:pt idx="52">
                  <c:v>0.248428221552282</c:v>
                </c:pt>
                <c:pt idx="53">
                  <c:v>0.23935988245460357</c:v>
                </c:pt>
                <c:pt idx="54">
                  <c:v>0.23878448738911065</c:v>
                </c:pt>
                <c:pt idx="55">
                  <c:v>0.22435166138042872</c:v>
                </c:pt>
                <c:pt idx="56">
                  <c:v>0.20076375883825368</c:v>
                </c:pt>
                <c:pt idx="57">
                  <c:v>0.19017317612863349</c:v>
                </c:pt>
                <c:pt idx="58">
                  <c:v>0.16561562267500707</c:v>
                </c:pt>
                <c:pt idx="59">
                  <c:v>0.13186822196286632</c:v>
                </c:pt>
                <c:pt idx="60">
                  <c:v>0.12680646263879414</c:v>
                </c:pt>
                <c:pt idx="61">
                  <c:v>0.11858017041826369</c:v>
                </c:pt>
                <c:pt idx="62">
                  <c:v>0.11893291420652988</c:v>
                </c:pt>
                <c:pt idx="63">
                  <c:v>0.11301720903274536</c:v>
                </c:pt>
                <c:pt idx="64">
                  <c:v>0.1144675621377254</c:v>
                </c:pt>
                <c:pt idx="65">
                  <c:v>0.11571449318299758</c:v>
                </c:pt>
                <c:pt idx="66">
                  <c:v>0.14511337240145941</c:v>
                </c:pt>
                <c:pt idx="67">
                  <c:v>0.14133038662449612</c:v>
                </c:pt>
                <c:pt idx="68">
                  <c:v>0.14274620830652188</c:v>
                </c:pt>
                <c:pt idx="69">
                  <c:v>0.14313720716900361</c:v>
                </c:pt>
                <c:pt idx="70">
                  <c:v>0.14036571943718229</c:v>
                </c:pt>
                <c:pt idx="71">
                  <c:v>0.14254090211546208</c:v>
                </c:pt>
                <c:pt idx="72">
                  <c:v>0.14137453345068102</c:v>
                </c:pt>
                <c:pt idx="73">
                  <c:v>0.13638452011740568</c:v>
                </c:pt>
                <c:pt idx="74">
                  <c:v>0.13616827567235892</c:v>
                </c:pt>
                <c:pt idx="75">
                  <c:v>0.13629875951790985</c:v>
                </c:pt>
                <c:pt idx="76">
                  <c:v>0.13086891025214847</c:v>
                </c:pt>
                <c:pt idx="77">
                  <c:v>0.13210951217334957</c:v>
                </c:pt>
                <c:pt idx="78">
                  <c:v>9.3065368353509856E-2</c:v>
                </c:pt>
                <c:pt idx="79">
                  <c:v>9.258228065817771E-2</c:v>
                </c:pt>
                <c:pt idx="80">
                  <c:v>8.68097817937485E-2</c:v>
                </c:pt>
                <c:pt idx="81">
                  <c:v>8.5368875573079164E-2</c:v>
                </c:pt>
                <c:pt idx="82">
                  <c:v>8.5810351929237305E-2</c:v>
                </c:pt>
                <c:pt idx="83">
                  <c:v>7.7806254767930919E-2</c:v>
                </c:pt>
                <c:pt idx="84">
                  <c:v>7.7823561286394907E-2</c:v>
                </c:pt>
                <c:pt idx="85">
                  <c:v>9.7595031930752724E-2</c:v>
                </c:pt>
                <c:pt idx="86">
                  <c:v>0.10015139919972524</c:v>
                </c:pt>
                <c:pt idx="87">
                  <c:v>9.768038645269489E-2</c:v>
                </c:pt>
                <c:pt idx="88">
                  <c:v>0.10044201374116515</c:v>
                </c:pt>
                <c:pt idx="89">
                  <c:v>9.7557125603036352E-2</c:v>
                </c:pt>
                <c:pt idx="90">
                  <c:v>9.8686071237398407E-2</c:v>
                </c:pt>
                <c:pt idx="91">
                  <c:v>9.530610086554453E-2</c:v>
                </c:pt>
                <c:pt idx="92">
                  <c:v>9.5932054966693159E-2</c:v>
                </c:pt>
                <c:pt idx="93">
                  <c:v>9.8882308084120477E-2</c:v>
                </c:pt>
                <c:pt idx="94">
                  <c:v>0.10049402301022156</c:v>
                </c:pt>
                <c:pt idx="95">
                  <c:v>0.10212032908674269</c:v>
                </c:pt>
                <c:pt idx="96">
                  <c:v>9.9739472624910647E-2</c:v>
                </c:pt>
                <c:pt idx="97">
                  <c:v>8.4335410426192747E-2</c:v>
                </c:pt>
                <c:pt idx="98">
                  <c:v>8.2428082156149149E-2</c:v>
                </c:pt>
                <c:pt idx="99">
                  <c:v>8.2415741907192946E-2</c:v>
                </c:pt>
                <c:pt idx="100">
                  <c:v>7.885461436335825E-2</c:v>
                </c:pt>
                <c:pt idx="101">
                  <c:v>8.8074554013088543E-2</c:v>
                </c:pt>
                <c:pt idx="102">
                  <c:v>8.5237785050415266E-2</c:v>
                </c:pt>
                <c:pt idx="103">
                  <c:v>8.9758958370700956E-2</c:v>
                </c:pt>
                <c:pt idx="104">
                  <c:v>9.957327493999367E-2</c:v>
                </c:pt>
                <c:pt idx="105">
                  <c:v>9.853022638441318E-2</c:v>
                </c:pt>
                <c:pt idx="106">
                  <c:v>9.6982514035014886E-2</c:v>
                </c:pt>
                <c:pt idx="107">
                  <c:v>9.9348815043012448E-2</c:v>
                </c:pt>
                <c:pt idx="108">
                  <c:v>0.1009834528645291</c:v>
                </c:pt>
                <c:pt idx="109">
                  <c:v>0.11424583550516418</c:v>
                </c:pt>
                <c:pt idx="110">
                  <c:v>0.11091590980014807</c:v>
                </c:pt>
                <c:pt idx="111">
                  <c:v>0.11358583272269747</c:v>
                </c:pt>
                <c:pt idx="112">
                  <c:v>0.12329219849404172</c:v>
                </c:pt>
                <c:pt idx="113">
                  <c:v>0.11916894995721311</c:v>
                </c:pt>
                <c:pt idx="114">
                  <c:v>0.11890419692866855</c:v>
                </c:pt>
                <c:pt idx="115">
                  <c:v>0.11858388380726848</c:v>
                </c:pt>
                <c:pt idx="116">
                  <c:v>0.11545659207362753</c:v>
                </c:pt>
                <c:pt idx="117">
                  <c:v>0.1157392255548424</c:v>
                </c:pt>
                <c:pt idx="118">
                  <c:v>0.11729160353413359</c:v>
                </c:pt>
                <c:pt idx="119">
                  <c:v>0.11483237769968967</c:v>
                </c:pt>
                <c:pt idx="120">
                  <c:v>0.10982775083827928</c:v>
                </c:pt>
                <c:pt idx="121">
                  <c:v>9.4551733268798926E-2</c:v>
                </c:pt>
                <c:pt idx="122">
                  <c:v>9.623865321111566E-2</c:v>
                </c:pt>
                <c:pt idx="123">
                  <c:v>9.1401775939796523E-2</c:v>
                </c:pt>
                <c:pt idx="124">
                  <c:v>8.5129294067751257E-2</c:v>
                </c:pt>
                <c:pt idx="125">
                  <c:v>8.1609491991384342E-2</c:v>
                </c:pt>
                <c:pt idx="126">
                  <c:v>8.1566999275651447E-2</c:v>
                </c:pt>
                <c:pt idx="127">
                  <c:v>7.887682755451747E-2</c:v>
                </c:pt>
                <c:pt idx="128">
                  <c:v>7.7740033897135574E-2</c:v>
                </c:pt>
                <c:pt idx="129">
                  <c:v>7.7045965665147861E-2</c:v>
                </c:pt>
                <c:pt idx="130">
                  <c:v>7.7234564080287574E-2</c:v>
                </c:pt>
                <c:pt idx="131">
                  <c:v>7.8926931004671574E-2</c:v>
                </c:pt>
                <c:pt idx="132">
                  <c:v>8.030151699996807E-2</c:v>
                </c:pt>
                <c:pt idx="133">
                  <c:v>8.0627207354616731E-2</c:v>
                </c:pt>
                <c:pt idx="134">
                  <c:v>7.8175430759889822E-2</c:v>
                </c:pt>
                <c:pt idx="135">
                  <c:v>7.7695807575065973E-2</c:v>
                </c:pt>
                <c:pt idx="136">
                  <c:v>6.641265847896341E-2</c:v>
                </c:pt>
                <c:pt idx="137">
                  <c:v>6.2849117978019592E-2</c:v>
                </c:pt>
                <c:pt idx="138">
                  <c:v>6.4634311346321804E-2</c:v>
                </c:pt>
                <c:pt idx="139">
                  <c:v>6.3347394432373305E-2</c:v>
                </c:pt>
                <c:pt idx="140">
                  <c:v>5.3313132205685364E-2</c:v>
                </c:pt>
                <c:pt idx="141">
                  <c:v>5.3805741473845904E-2</c:v>
                </c:pt>
                <c:pt idx="142">
                  <c:v>5.4530390869619999E-2</c:v>
                </c:pt>
                <c:pt idx="143">
                  <c:v>5.053332489516317E-2</c:v>
                </c:pt>
                <c:pt idx="144">
                  <c:v>5.0143690439567332E-2</c:v>
                </c:pt>
                <c:pt idx="145">
                  <c:v>5.1221535722179759E-2</c:v>
                </c:pt>
                <c:pt idx="146">
                  <c:v>5.0867029542428582E-2</c:v>
                </c:pt>
                <c:pt idx="147">
                  <c:v>4.9766753744792537E-2</c:v>
                </c:pt>
                <c:pt idx="148">
                  <c:v>5.2966858462897892E-2</c:v>
                </c:pt>
                <c:pt idx="149">
                  <c:v>5.4670464685468434E-2</c:v>
                </c:pt>
                <c:pt idx="150">
                  <c:v>8.4068621868659488E-2</c:v>
                </c:pt>
                <c:pt idx="151">
                  <c:v>8.6117743693347487E-2</c:v>
                </c:pt>
                <c:pt idx="152">
                  <c:v>8.9759888520995743E-2</c:v>
                </c:pt>
                <c:pt idx="153">
                  <c:v>9.3375176529821802E-2</c:v>
                </c:pt>
                <c:pt idx="154">
                  <c:v>9.4357976014366546E-2</c:v>
                </c:pt>
                <c:pt idx="155">
                  <c:v>9.4455729046223763E-2</c:v>
                </c:pt>
                <c:pt idx="156">
                  <c:v>0.10142733870069071</c:v>
                </c:pt>
                <c:pt idx="157">
                  <c:v>0.1076916799044367</c:v>
                </c:pt>
                <c:pt idx="158">
                  <c:v>0.110672556369695</c:v>
                </c:pt>
                <c:pt idx="159">
                  <c:v>0.11323934592070853</c:v>
                </c:pt>
                <c:pt idx="160">
                  <c:v>0.11332105458622589</c:v>
                </c:pt>
                <c:pt idx="161">
                  <c:v>0.11764846466950218</c:v>
                </c:pt>
                <c:pt idx="162">
                  <c:v>9.7065286642844292E-2</c:v>
                </c:pt>
                <c:pt idx="163">
                  <c:v>9.8087363247648496E-2</c:v>
                </c:pt>
                <c:pt idx="164">
                  <c:v>9.5500644638903689E-2</c:v>
                </c:pt>
                <c:pt idx="165">
                  <c:v>9.0980567476298846E-2</c:v>
                </c:pt>
                <c:pt idx="166">
                  <c:v>9.7155407357094825E-2</c:v>
                </c:pt>
                <c:pt idx="167">
                  <c:v>9.6901507398276382E-2</c:v>
                </c:pt>
                <c:pt idx="168">
                  <c:v>8.9043753971112194E-2</c:v>
                </c:pt>
                <c:pt idx="169">
                  <c:v>7.810801226927315E-2</c:v>
                </c:pt>
                <c:pt idx="170">
                  <c:v>8.5031688404944988E-2</c:v>
                </c:pt>
                <c:pt idx="171">
                  <c:v>7.9167712590049011E-2</c:v>
                </c:pt>
                <c:pt idx="172">
                  <c:v>8.0007026319356606E-2</c:v>
                </c:pt>
                <c:pt idx="173">
                  <c:v>7.5598426870406188E-2</c:v>
                </c:pt>
                <c:pt idx="174">
                  <c:v>7.5922391958826926E-2</c:v>
                </c:pt>
                <c:pt idx="175">
                  <c:v>7.2871932875478718E-2</c:v>
                </c:pt>
                <c:pt idx="176">
                  <c:v>8.0138851990244661E-2</c:v>
                </c:pt>
                <c:pt idx="177">
                  <c:v>8.3928809432304116E-2</c:v>
                </c:pt>
                <c:pt idx="178">
                  <c:v>7.4723623940133904E-2</c:v>
                </c:pt>
                <c:pt idx="179">
                  <c:v>7.6175423565473313E-2</c:v>
                </c:pt>
                <c:pt idx="180">
                  <c:v>7.7707915973136352E-2</c:v>
                </c:pt>
                <c:pt idx="181">
                  <c:v>7.9197368325198345E-2</c:v>
                </c:pt>
                <c:pt idx="182">
                  <c:v>6.9076278074403835E-2</c:v>
                </c:pt>
                <c:pt idx="183">
                  <c:v>7.0899202393429769E-2</c:v>
                </c:pt>
                <c:pt idx="184">
                  <c:v>7.4451407244850901E-2</c:v>
                </c:pt>
                <c:pt idx="185">
                  <c:v>9.5783870798069409E-2</c:v>
                </c:pt>
                <c:pt idx="186">
                  <c:v>0.10284179470190646</c:v>
                </c:pt>
                <c:pt idx="187">
                  <c:v>0.11728699319826788</c:v>
                </c:pt>
                <c:pt idx="188">
                  <c:v>0.11924593544016697</c:v>
                </c:pt>
                <c:pt idx="189">
                  <c:v>0.11932537354571066</c:v>
                </c:pt>
                <c:pt idx="190">
                  <c:v>0.12022235714390271</c:v>
                </c:pt>
                <c:pt idx="191">
                  <c:v>0.12532766299297063</c:v>
                </c:pt>
                <c:pt idx="192">
                  <c:v>0.13178476061282654</c:v>
                </c:pt>
                <c:pt idx="193">
                  <c:v>0.14085812004989431</c:v>
                </c:pt>
                <c:pt idx="194">
                  <c:v>0.14132497666335456</c:v>
                </c:pt>
                <c:pt idx="195">
                  <c:v>0.14499386072398701</c:v>
                </c:pt>
                <c:pt idx="196">
                  <c:v>0.16729644585827066</c:v>
                </c:pt>
                <c:pt idx="197">
                  <c:v>0.15942744822499452</c:v>
                </c:pt>
                <c:pt idx="198">
                  <c:v>0.16331720105358463</c:v>
                </c:pt>
                <c:pt idx="199">
                  <c:v>0.15576493673339911</c:v>
                </c:pt>
                <c:pt idx="200">
                  <c:v>0.15179983071218198</c:v>
                </c:pt>
                <c:pt idx="201">
                  <c:v>0.14966218150774771</c:v>
                </c:pt>
                <c:pt idx="202">
                  <c:v>0.14896596019419045</c:v>
                </c:pt>
                <c:pt idx="203">
                  <c:v>0.14414302274076146</c:v>
                </c:pt>
                <c:pt idx="204">
                  <c:v>0.14188987212482176</c:v>
                </c:pt>
                <c:pt idx="205">
                  <c:v>0.13218386502198018</c:v>
                </c:pt>
                <c:pt idx="206">
                  <c:v>0.12754333451356886</c:v>
                </c:pt>
                <c:pt idx="207">
                  <c:v>0.11908413576198799</c:v>
                </c:pt>
                <c:pt idx="208">
                  <c:v>8.727903809418909E-2</c:v>
                </c:pt>
                <c:pt idx="209">
                  <c:v>9.2301820208684507E-2</c:v>
                </c:pt>
                <c:pt idx="210">
                  <c:v>8.9910788429450508E-2</c:v>
                </c:pt>
                <c:pt idx="211">
                  <c:v>8.7170846573511998E-2</c:v>
                </c:pt>
                <c:pt idx="212">
                  <c:v>8.616812707295439E-2</c:v>
                </c:pt>
                <c:pt idx="213">
                  <c:v>8.9039457579239562E-2</c:v>
                </c:pt>
                <c:pt idx="214">
                  <c:v>8.8885465784944398E-2</c:v>
                </c:pt>
                <c:pt idx="215">
                  <c:v>9.1509972680840893E-2</c:v>
                </c:pt>
                <c:pt idx="216">
                  <c:v>9.3077531193675039E-2</c:v>
                </c:pt>
                <c:pt idx="217">
                  <c:v>9.5691431893614329E-2</c:v>
                </c:pt>
                <c:pt idx="218">
                  <c:v>9.9985891696312335E-2</c:v>
                </c:pt>
                <c:pt idx="219">
                  <c:v>0.10731909205279778</c:v>
                </c:pt>
                <c:pt idx="220">
                  <c:v>0.10361341808628481</c:v>
                </c:pt>
                <c:pt idx="221">
                  <c:v>0.10228085516779634</c:v>
                </c:pt>
                <c:pt idx="222">
                  <c:v>9.4734032830704556E-2</c:v>
                </c:pt>
                <c:pt idx="223">
                  <c:v>9.6757087643616235E-2</c:v>
                </c:pt>
                <c:pt idx="224">
                  <c:v>9.4698542209495334E-2</c:v>
                </c:pt>
                <c:pt idx="225">
                  <c:v>9.2622031230659943E-2</c:v>
                </c:pt>
                <c:pt idx="226">
                  <c:v>9.292609151051956E-2</c:v>
                </c:pt>
                <c:pt idx="227">
                  <c:v>9.3593564125255449E-2</c:v>
                </c:pt>
                <c:pt idx="228">
                  <c:v>9.5685230908813215E-2</c:v>
                </c:pt>
                <c:pt idx="229">
                  <c:v>0.10102368533995086</c:v>
                </c:pt>
                <c:pt idx="230">
                  <c:v>0.10323577212005708</c:v>
                </c:pt>
                <c:pt idx="231">
                  <c:v>0.10407795786238108</c:v>
                </c:pt>
                <c:pt idx="232">
                  <c:v>0.10864668283000128</c:v>
                </c:pt>
                <c:pt idx="233">
                  <c:v>0.11002286183768933</c:v>
                </c:pt>
                <c:pt idx="234">
                  <c:v>0.11084747438770347</c:v>
                </c:pt>
                <c:pt idx="235">
                  <c:v>0.1099809309222788</c:v>
                </c:pt>
                <c:pt idx="236">
                  <c:v>0.11846083744289959</c:v>
                </c:pt>
                <c:pt idx="237">
                  <c:v>0.12059071400339459</c:v>
                </c:pt>
                <c:pt idx="238">
                  <c:v>0.12221650559757401</c:v>
                </c:pt>
                <c:pt idx="239">
                  <c:v>0.11842316706423747</c:v>
                </c:pt>
                <c:pt idx="240">
                  <c:v>0.11192123768258752</c:v>
                </c:pt>
                <c:pt idx="241">
                  <c:v>0.10073519305134003</c:v>
                </c:pt>
                <c:pt idx="242">
                  <c:v>9.4873272574957007E-2</c:v>
                </c:pt>
                <c:pt idx="243">
                  <c:v>8.4492763854165265E-2</c:v>
                </c:pt>
                <c:pt idx="244">
                  <c:v>7.858842602005621E-2</c:v>
                </c:pt>
                <c:pt idx="245">
                  <c:v>8.26302040623937E-2</c:v>
                </c:pt>
                <c:pt idx="246">
                  <c:v>8.1011297970922783E-2</c:v>
                </c:pt>
                <c:pt idx="247">
                  <c:v>8.0491543184713202E-2</c:v>
                </c:pt>
                <c:pt idx="248">
                  <c:v>6.7452639847426346E-2</c:v>
                </c:pt>
                <c:pt idx="249">
                  <c:v>6.417077617075917E-2</c:v>
                </c:pt>
                <c:pt idx="250">
                  <c:v>6.2201053302895402E-2</c:v>
                </c:pt>
                <c:pt idx="251">
                  <c:v>6.307094528912785E-2</c:v>
                </c:pt>
                <c:pt idx="252">
                  <c:v>6.3919483348913092E-2</c:v>
                </c:pt>
                <c:pt idx="253">
                  <c:v>6.2857012485679056E-2</c:v>
                </c:pt>
                <c:pt idx="254">
                  <c:v>7.4915302072149817E-2</c:v>
                </c:pt>
                <c:pt idx="255">
                  <c:v>7.5025573221808112E-2</c:v>
                </c:pt>
                <c:pt idx="256">
                  <c:v>7.5025725119087297E-2</c:v>
                </c:pt>
                <c:pt idx="257">
                  <c:v>0.10474872191464078</c:v>
                </c:pt>
                <c:pt idx="258">
                  <c:v>0.13334913462490086</c:v>
                </c:pt>
                <c:pt idx="259">
                  <c:v>0.40074177589358156</c:v>
                </c:pt>
                <c:pt idx="260">
                  <c:v>0.59009395224966954</c:v>
                </c:pt>
                <c:pt idx="261">
                  <c:v>0.71038060026699423</c:v>
                </c:pt>
                <c:pt idx="262">
                  <c:v>0.73271321407192502</c:v>
                </c:pt>
                <c:pt idx="263">
                  <c:v>0.74700787498841059</c:v>
                </c:pt>
                <c:pt idx="264">
                  <c:v>0.75268281179144525</c:v>
                </c:pt>
                <c:pt idx="265">
                  <c:v>0.76472657967387692</c:v>
                </c:pt>
                <c:pt idx="266">
                  <c:v>0.77798407914095424</c:v>
                </c:pt>
                <c:pt idx="267">
                  <c:v>0.77917072343492255</c:v>
                </c:pt>
                <c:pt idx="268">
                  <c:v>0.78415115889651676</c:v>
                </c:pt>
                <c:pt idx="269">
                  <c:v>0.78390806788079792</c:v>
                </c:pt>
                <c:pt idx="270">
                  <c:v>0.7941566303871348</c:v>
                </c:pt>
                <c:pt idx="271">
                  <c:v>0.69660039199675317</c:v>
                </c:pt>
                <c:pt idx="272">
                  <c:v>0.56158228984891556</c:v>
                </c:pt>
                <c:pt idx="273">
                  <c:v>0.41101386469963863</c:v>
                </c:pt>
                <c:pt idx="274">
                  <c:v>0.370547873692533</c:v>
                </c:pt>
                <c:pt idx="275">
                  <c:v>0.35126528735228246</c:v>
                </c:pt>
                <c:pt idx="276">
                  <c:v>0.33747282333062367</c:v>
                </c:pt>
                <c:pt idx="277">
                  <c:v>0.31266021200132588</c:v>
                </c:pt>
                <c:pt idx="278">
                  <c:v>0.28101181852478724</c:v>
                </c:pt>
                <c:pt idx="279">
                  <c:v>0.27594529540446583</c:v>
                </c:pt>
                <c:pt idx="280">
                  <c:v>0.26293733193239371</c:v>
                </c:pt>
                <c:pt idx="281">
                  <c:v>0.26166026363658706</c:v>
                </c:pt>
                <c:pt idx="282">
                  <c:v>0.22198280392388825</c:v>
                </c:pt>
                <c:pt idx="283">
                  <c:v>0.20666986155927525</c:v>
                </c:pt>
                <c:pt idx="284">
                  <c:v>0.16794038834510797</c:v>
                </c:pt>
                <c:pt idx="285">
                  <c:v>0.16555101883951209</c:v>
                </c:pt>
                <c:pt idx="286">
                  <c:v>0.15896096289998635</c:v>
                </c:pt>
                <c:pt idx="287">
                  <c:v>0.15189598511346838</c:v>
                </c:pt>
                <c:pt idx="288">
                  <c:v>0.15060908899788578</c:v>
                </c:pt>
                <c:pt idx="289">
                  <c:v>0.14653758810337059</c:v>
                </c:pt>
                <c:pt idx="290">
                  <c:v>0.14919117199033458</c:v>
                </c:pt>
                <c:pt idx="291">
                  <c:v>0.15214559053049434</c:v>
                </c:pt>
                <c:pt idx="292">
                  <c:v>0.16294673918656194</c:v>
                </c:pt>
                <c:pt idx="293">
                  <c:v>0.16850472166641819</c:v>
                </c:pt>
                <c:pt idx="294">
                  <c:v>0.2071255260689524</c:v>
                </c:pt>
                <c:pt idx="295">
                  <c:v>0.20876958681379956</c:v>
                </c:pt>
                <c:pt idx="296">
                  <c:v>0.20895909776009047</c:v>
                </c:pt>
                <c:pt idx="297">
                  <c:v>0.20970740331181456</c:v>
                </c:pt>
                <c:pt idx="298">
                  <c:v>0.20942293534538281</c:v>
                </c:pt>
                <c:pt idx="299">
                  <c:v>0.20490776160115115</c:v>
                </c:pt>
                <c:pt idx="300">
                  <c:v>0.19993440114807692</c:v>
                </c:pt>
                <c:pt idx="301">
                  <c:v>0.19696831637123699</c:v>
                </c:pt>
                <c:pt idx="302">
                  <c:v>0.19835695597156566</c:v>
                </c:pt>
                <c:pt idx="303">
                  <c:v>0.19464243958097266</c:v>
                </c:pt>
                <c:pt idx="304">
                  <c:v>0.17548778540323326</c:v>
                </c:pt>
                <c:pt idx="305">
                  <c:v>0.17108141966409127</c:v>
                </c:pt>
                <c:pt idx="306">
                  <c:v>0.13316349073036346</c:v>
                </c:pt>
                <c:pt idx="307">
                  <c:v>0.1214254290793563</c:v>
                </c:pt>
                <c:pt idx="308">
                  <c:v>0.11062089802048573</c:v>
                </c:pt>
                <c:pt idx="309">
                  <c:v>0.11278244350068632</c:v>
                </c:pt>
                <c:pt idx="310">
                  <c:v>0.12070546293204897</c:v>
                </c:pt>
                <c:pt idx="311">
                  <c:v>0.12523343361089315</c:v>
                </c:pt>
                <c:pt idx="312">
                  <c:v>0.12395641726687692</c:v>
                </c:pt>
                <c:pt idx="313">
                  <c:v>0.12653552828606865</c:v>
                </c:pt>
                <c:pt idx="314">
                  <c:v>0.12026525992972729</c:v>
                </c:pt>
                <c:pt idx="315">
                  <c:v>0.12035034907828566</c:v>
                </c:pt>
                <c:pt idx="316">
                  <c:v>0.12107455598910846</c:v>
                </c:pt>
                <c:pt idx="317">
                  <c:v>0.11538296404178996</c:v>
                </c:pt>
                <c:pt idx="318">
                  <c:v>0.10516115917352835</c:v>
                </c:pt>
                <c:pt idx="319">
                  <c:v>0.1061727212734576</c:v>
                </c:pt>
                <c:pt idx="320">
                  <c:v>0.11086816711612112</c:v>
                </c:pt>
                <c:pt idx="321">
                  <c:v>0.10250336956395556</c:v>
                </c:pt>
                <c:pt idx="322">
                  <c:v>9.251475033811396E-2</c:v>
                </c:pt>
                <c:pt idx="323">
                  <c:v>8.2700288183892495E-2</c:v>
                </c:pt>
                <c:pt idx="324">
                  <c:v>8.1730560270728961E-2</c:v>
                </c:pt>
                <c:pt idx="325">
                  <c:v>8.2247206269405307E-2</c:v>
                </c:pt>
                <c:pt idx="326">
                  <c:v>8.1938224409772289E-2</c:v>
                </c:pt>
                <c:pt idx="327">
                  <c:v>8.3816308570007769E-2</c:v>
                </c:pt>
                <c:pt idx="328">
                  <c:v>8.8035681237611726E-2</c:v>
                </c:pt>
                <c:pt idx="329">
                  <c:v>8.7542855757714352E-2</c:v>
                </c:pt>
                <c:pt idx="330">
                  <c:v>0.10153989655879227</c:v>
                </c:pt>
                <c:pt idx="331">
                  <c:v>0.10090370282097676</c:v>
                </c:pt>
                <c:pt idx="332">
                  <c:v>9.7834043360087039E-2</c:v>
                </c:pt>
                <c:pt idx="333">
                  <c:v>9.8894151534895558E-2</c:v>
                </c:pt>
                <c:pt idx="334">
                  <c:v>9.9055176299403275E-2</c:v>
                </c:pt>
                <c:pt idx="335">
                  <c:v>0.10180698209821597</c:v>
                </c:pt>
                <c:pt idx="336">
                  <c:v>0.10338061614871526</c:v>
                </c:pt>
                <c:pt idx="337">
                  <c:v>0.10036229473381053</c:v>
                </c:pt>
                <c:pt idx="338">
                  <c:v>9.9918958055028345E-2</c:v>
                </c:pt>
                <c:pt idx="339">
                  <c:v>0.11176353629764463</c:v>
                </c:pt>
                <c:pt idx="340">
                  <c:v>0.11073792855367703</c:v>
                </c:pt>
                <c:pt idx="341">
                  <c:v>0.11113238818646606</c:v>
                </c:pt>
                <c:pt idx="342">
                  <c:v>9.8784315156429298E-2</c:v>
                </c:pt>
                <c:pt idx="343">
                  <c:v>0.10016283865631062</c:v>
                </c:pt>
                <c:pt idx="344">
                  <c:v>0.10101399027488348</c:v>
                </c:pt>
                <c:pt idx="345">
                  <c:v>0.10287830483384429</c:v>
                </c:pt>
                <c:pt idx="346">
                  <c:v>0.10125493568785163</c:v>
                </c:pt>
                <c:pt idx="347">
                  <c:v>9.9275207629418563E-2</c:v>
                </c:pt>
                <c:pt idx="348">
                  <c:v>9.7859429953986776E-2</c:v>
                </c:pt>
                <c:pt idx="349">
                  <c:v>0.12661478431197901</c:v>
                </c:pt>
                <c:pt idx="350">
                  <c:v>0.12612893748475784</c:v>
                </c:pt>
                <c:pt idx="351">
                  <c:v>0.1156340697093433</c:v>
                </c:pt>
                <c:pt idx="352">
                  <c:v>0.11816335686602801</c:v>
                </c:pt>
                <c:pt idx="353">
                  <c:v>0.11690605542539553</c:v>
                </c:pt>
                <c:pt idx="354">
                  <c:v>0.12508506793482518</c:v>
                </c:pt>
                <c:pt idx="355">
                  <c:v>0.1259560975958772</c:v>
                </c:pt>
                <c:pt idx="356">
                  <c:v>0.13153484262054124</c:v>
                </c:pt>
                <c:pt idx="357">
                  <c:v>0.13137483655027288</c:v>
                </c:pt>
                <c:pt idx="358">
                  <c:v>0.13608036532993972</c:v>
                </c:pt>
                <c:pt idx="359">
                  <c:v>0.13642740448658494</c:v>
                </c:pt>
                <c:pt idx="360">
                  <c:v>0.14506571839079332</c:v>
                </c:pt>
                <c:pt idx="361">
                  <c:v>0.12848578733540397</c:v>
                </c:pt>
                <c:pt idx="362">
                  <c:v>0.1492157585824683</c:v>
                </c:pt>
                <c:pt idx="363">
                  <c:v>0.1585835114151288</c:v>
                </c:pt>
                <c:pt idx="364">
                  <c:v>0.15780851296780399</c:v>
                </c:pt>
                <c:pt idx="365">
                  <c:v>0.16295283354633833</c:v>
                </c:pt>
                <c:pt idx="366">
                  <c:v>0.15861748626073618</c:v>
                </c:pt>
                <c:pt idx="367">
                  <c:v>0.15913366763683964</c:v>
                </c:pt>
                <c:pt idx="368">
                  <c:v>0.15549531236096706</c:v>
                </c:pt>
                <c:pt idx="369">
                  <c:v>0.15299764337564767</c:v>
                </c:pt>
                <c:pt idx="370">
                  <c:v>0.16376272636335851</c:v>
                </c:pt>
                <c:pt idx="371">
                  <c:v>0.16872676259512975</c:v>
                </c:pt>
                <c:pt idx="372">
                  <c:v>0.17044366335104427</c:v>
                </c:pt>
                <c:pt idx="373">
                  <c:v>0.17889655864105736</c:v>
                </c:pt>
                <c:pt idx="374">
                  <c:v>0.164258915586253</c:v>
                </c:pt>
                <c:pt idx="375">
                  <c:v>0.15974716801895561</c:v>
                </c:pt>
                <c:pt idx="376">
                  <c:v>0.15791054560593801</c:v>
                </c:pt>
                <c:pt idx="377">
                  <c:v>0.17365016199986463</c:v>
                </c:pt>
                <c:pt idx="378">
                  <c:v>0.18020883526369019</c:v>
                </c:pt>
                <c:pt idx="379">
                  <c:v>0.18095862064461199</c:v>
                </c:pt>
                <c:pt idx="380">
                  <c:v>0.18298647734301388</c:v>
                </c:pt>
                <c:pt idx="381">
                  <c:v>0.19176856899019193</c:v>
                </c:pt>
                <c:pt idx="382">
                  <c:v>0.19043466199387613</c:v>
                </c:pt>
                <c:pt idx="383">
                  <c:v>0.18655999199385773</c:v>
                </c:pt>
                <c:pt idx="384">
                  <c:v>0.18073357935644893</c:v>
                </c:pt>
                <c:pt idx="385">
                  <c:v>0.17594377081144777</c:v>
                </c:pt>
                <c:pt idx="386">
                  <c:v>0.17597779364978922</c:v>
                </c:pt>
                <c:pt idx="387">
                  <c:v>0.17889582003313464</c:v>
                </c:pt>
                <c:pt idx="388">
                  <c:v>0.17962148949561627</c:v>
                </c:pt>
                <c:pt idx="389">
                  <c:v>0.16225050774371749</c:v>
                </c:pt>
                <c:pt idx="390">
                  <c:v>0.16069006768831109</c:v>
                </c:pt>
                <c:pt idx="391">
                  <c:v>0.16428506806713949</c:v>
                </c:pt>
                <c:pt idx="392">
                  <c:v>0.17181320852650464</c:v>
                </c:pt>
                <c:pt idx="393">
                  <c:v>0.17688856122657129</c:v>
                </c:pt>
                <c:pt idx="394">
                  <c:v>0.19012208927427554</c:v>
                </c:pt>
                <c:pt idx="395">
                  <c:v>0.19393578721819096</c:v>
                </c:pt>
                <c:pt idx="396">
                  <c:v>0.19542720701375374</c:v>
                </c:pt>
                <c:pt idx="397">
                  <c:v>0.19182733350370432</c:v>
                </c:pt>
                <c:pt idx="398">
                  <c:v>0.20972245952090707</c:v>
                </c:pt>
                <c:pt idx="399">
                  <c:v>0.20481844313877728</c:v>
                </c:pt>
                <c:pt idx="400">
                  <c:v>0.20059805723745561</c:v>
                </c:pt>
                <c:pt idx="401">
                  <c:v>0.19777734213783768</c:v>
                </c:pt>
                <c:pt idx="402">
                  <c:v>0.19188355826129441</c:v>
                </c:pt>
                <c:pt idx="403">
                  <c:v>0.19048335437843575</c:v>
                </c:pt>
                <c:pt idx="404">
                  <c:v>0.18454157481263436</c:v>
                </c:pt>
                <c:pt idx="405">
                  <c:v>0.16978743456353776</c:v>
                </c:pt>
                <c:pt idx="406">
                  <c:v>0.14851625749273717</c:v>
                </c:pt>
                <c:pt idx="407">
                  <c:v>0.14246393339929342</c:v>
                </c:pt>
                <c:pt idx="408">
                  <c:v>0.14038866304290695</c:v>
                </c:pt>
                <c:pt idx="409">
                  <c:v>0.1388342092207964</c:v>
                </c:pt>
                <c:pt idx="410">
                  <c:v>0.11180008567856654</c:v>
                </c:pt>
                <c:pt idx="411">
                  <c:v>0.11258469994172357</c:v>
                </c:pt>
                <c:pt idx="412">
                  <c:v>0.11144052086402687</c:v>
                </c:pt>
                <c:pt idx="413">
                  <c:v>0.11307730261877116</c:v>
                </c:pt>
                <c:pt idx="414">
                  <c:v>0.11044939400012624</c:v>
                </c:pt>
                <c:pt idx="415">
                  <c:v>0.11884707847016829</c:v>
                </c:pt>
                <c:pt idx="416">
                  <c:v>0.13899323945568956</c:v>
                </c:pt>
                <c:pt idx="417">
                  <c:v>0.14374486502454425</c:v>
                </c:pt>
                <c:pt idx="418">
                  <c:v>0.14177237302517628</c:v>
                </c:pt>
                <c:pt idx="419">
                  <c:v>0.13961745032503123</c:v>
                </c:pt>
                <c:pt idx="420">
                  <c:v>0.13945779309853407</c:v>
                </c:pt>
                <c:pt idx="421">
                  <c:v>0.13760655713006004</c:v>
                </c:pt>
                <c:pt idx="422">
                  <c:v>0.14391058917942165</c:v>
                </c:pt>
                <c:pt idx="423">
                  <c:v>0.14820952560793538</c:v>
                </c:pt>
                <c:pt idx="424">
                  <c:v>0.154411805747942</c:v>
                </c:pt>
                <c:pt idx="425">
                  <c:v>0.15720236179544303</c:v>
                </c:pt>
                <c:pt idx="426">
                  <c:v>0.16010060043950886</c:v>
                </c:pt>
                <c:pt idx="427">
                  <c:v>0.15647494912230317</c:v>
                </c:pt>
                <c:pt idx="428">
                  <c:v>0.14631157810981485</c:v>
                </c:pt>
                <c:pt idx="429">
                  <c:v>0.13712391344513397</c:v>
                </c:pt>
                <c:pt idx="430">
                  <c:v>0.13839317137047452</c:v>
                </c:pt>
                <c:pt idx="431">
                  <c:v>0.14118867683875477</c:v>
                </c:pt>
                <c:pt idx="432">
                  <c:v>0.14621815026133758</c:v>
                </c:pt>
                <c:pt idx="433">
                  <c:v>0.1485589271063085</c:v>
                </c:pt>
                <c:pt idx="434">
                  <c:v>0.14162394162365732</c:v>
                </c:pt>
                <c:pt idx="435">
                  <c:v>0.13403080559865882</c:v>
                </c:pt>
                <c:pt idx="436">
                  <c:v>0.13141418015450063</c:v>
                </c:pt>
                <c:pt idx="437">
                  <c:v>0.12741711112160045</c:v>
                </c:pt>
                <c:pt idx="438">
                  <c:v>0.13048629060411987</c:v>
                </c:pt>
                <c:pt idx="439">
                  <c:v>0.12851653534592977</c:v>
                </c:pt>
                <c:pt idx="440">
                  <c:v>0.12316101230435032</c:v>
                </c:pt>
                <c:pt idx="441">
                  <c:v>0.12642672971540528</c:v>
                </c:pt>
                <c:pt idx="442">
                  <c:v>0.12721802438321131</c:v>
                </c:pt>
                <c:pt idx="443">
                  <c:v>0.12881441338800423</c:v>
                </c:pt>
                <c:pt idx="444">
                  <c:v>0.12968228279755786</c:v>
                </c:pt>
                <c:pt idx="445">
                  <c:v>0.13532203079685612</c:v>
                </c:pt>
                <c:pt idx="446">
                  <c:v>0.13870249025493697</c:v>
                </c:pt>
                <c:pt idx="447">
                  <c:v>0.14701293944880744</c:v>
                </c:pt>
                <c:pt idx="448">
                  <c:v>0.15172694435096029</c:v>
                </c:pt>
                <c:pt idx="449">
                  <c:v>0.17129841975992796</c:v>
                </c:pt>
                <c:pt idx="450">
                  <c:v>0.16917463964801854</c:v>
                </c:pt>
                <c:pt idx="451">
                  <c:v>0.17206384345926096</c:v>
                </c:pt>
                <c:pt idx="452">
                  <c:v>0.16900496409991397</c:v>
                </c:pt>
                <c:pt idx="453">
                  <c:v>0.17137601865929625</c:v>
                </c:pt>
                <c:pt idx="454">
                  <c:v>0.16795544813842411</c:v>
                </c:pt>
                <c:pt idx="455">
                  <c:v>0.16956143833705986</c:v>
                </c:pt>
                <c:pt idx="456">
                  <c:v>0.1677582789219319</c:v>
                </c:pt>
                <c:pt idx="457">
                  <c:v>0.15691831054648681</c:v>
                </c:pt>
                <c:pt idx="458">
                  <c:v>0.15512035246614467</c:v>
                </c:pt>
                <c:pt idx="459">
                  <c:v>0.14952602751632604</c:v>
                </c:pt>
                <c:pt idx="460">
                  <c:v>0.14093931962219086</c:v>
                </c:pt>
                <c:pt idx="461">
                  <c:v>0.12002253636650891</c:v>
                </c:pt>
                <c:pt idx="462">
                  <c:v>0.1193304299195497</c:v>
                </c:pt>
                <c:pt idx="463">
                  <c:v>0.11271974926889855</c:v>
                </c:pt>
                <c:pt idx="464">
                  <c:v>0.1262670078503968</c:v>
                </c:pt>
                <c:pt idx="465">
                  <c:v>0.1206320863132873</c:v>
                </c:pt>
                <c:pt idx="466">
                  <c:v>0.12245925960112625</c:v>
                </c:pt>
                <c:pt idx="467">
                  <c:v>0.11225526811084258</c:v>
                </c:pt>
                <c:pt idx="468">
                  <c:v>0.10579931993062698</c:v>
                </c:pt>
                <c:pt idx="469">
                  <c:v>0.10664138118100232</c:v>
                </c:pt>
                <c:pt idx="470">
                  <c:v>0.10605466411316461</c:v>
                </c:pt>
                <c:pt idx="471">
                  <c:v>0.10299981458799955</c:v>
                </c:pt>
                <c:pt idx="472">
                  <c:v>0.10780508926706232</c:v>
                </c:pt>
                <c:pt idx="473">
                  <c:v>0.10952929587364771</c:v>
                </c:pt>
                <c:pt idx="474">
                  <c:v>0.10924304286427698</c:v>
                </c:pt>
                <c:pt idx="475">
                  <c:v>0.10840865152510309</c:v>
                </c:pt>
                <c:pt idx="476">
                  <c:v>9.2796766003703485E-2</c:v>
                </c:pt>
                <c:pt idx="477">
                  <c:v>8.9563915650504256E-2</c:v>
                </c:pt>
                <c:pt idx="478">
                  <c:v>8.8818352825642835E-2</c:v>
                </c:pt>
                <c:pt idx="479">
                  <c:v>0.10847413020343201</c:v>
                </c:pt>
                <c:pt idx="480">
                  <c:v>0.10714848072033265</c:v>
                </c:pt>
                <c:pt idx="481">
                  <c:v>0.11118539346940894</c:v>
                </c:pt>
                <c:pt idx="482">
                  <c:v>0.10962559851619914</c:v>
                </c:pt>
                <c:pt idx="483">
                  <c:v>0.11381622793184316</c:v>
                </c:pt>
                <c:pt idx="484">
                  <c:v>0.10885217028721247</c:v>
                </c:pt>
                <c:pt idx="485">
                  <c:v>0.10907962757784764</c:v>
                </c:pt>
                <c:pt idx="486">
                  <c:v>0.10856809907315551</c:v>
                </c:pt>
                <c:pt idx="487">
                  <c:v>0.11119384268372137</c:v>
                </c:pt>
                <c:pt idx="488">
                  <c:v>0.11350739521097686</c:v>
                </c:pt>
                <c:pt idx="489">
                  <c:v>0.13260635246711996</c:v>
                </c:pt>
                <c:pt idx="490">
                  <c:v>0.13835547300350065</c:v>
                </c:pt>
                <c:pt idx="491">
                  <c:v>0.12356329446814196</c:v>
                </c:pt>
                <c:pt idx="492">
                  <c:v>0.12712132611938895</c:v>
                </c:pt>
                <c:pt idx="493">
                  <c:v>0.12178935475763085</c:v>
                </c:pt>
                <c:pt idx="494">
                  <c:v>0.12432115387617097</c:v>
                </c:pt>
                <c:pt idx="495">
                  <c:v>0.12296197902343906</c:v>
                </c:pt>
                <c:pt idx="496">
                  <c:v>0.12364077097561182</c:v>
                </c:pt>
                <c:pt idx="497">
                  <c:v>0.12125547028717799</c:v>
                </c:pt>
                <c:pt idx="498">
                  <c:v>0.12278221962750865</c:v>
                </c:pt>
                <c:pt idx="499">
                  <c:v>0.12004142737235317</c:v>
                </c:pt>
                <c:pt idx="500">
                  <c:v>0.1138641656971061</c:v>
                </c:pt>
                <c:pt idx="501">
                  <c:v>9.6074020176508346E-2</c:v>
                </c:pt>
                <c:pt idx="502">
                  <c:v>9.7474531719116908E-2</c:v>
                </c:pt>
                <c:pt idx="503">
                  <c:v>9.8494458322792744E-2</c:v>
                </c:pt>
                <c:pt idx="504">
                  <c:v>9.6515674219549208E-2</c:v>
                </c:pt>
                <c:pt idx="505">
                  <c:v>9.434827472766745E-2</c:v>
                </c:pt>
                <c:pt idx="506">
                  <c:v>8.9241467913177983E-2</c:v>
                </c:pt>
                <c:pt idx="507">
                  <c:v>8.4478409421076289E-2</c:v>
                </c:pt>
                <c:pt idx="508">
                  <c:v>9.1644870010624657E-2</c:v>
                </c:pt>
                <c:pt idx="509">
                  <c:v>9.1831755176620178E-2</c:v>
                </c:pt>
                <c:pt idx="510">
                  <c:v>8.8311343602734516E-2</c:v>
                </c:pt>
                <c:pt idx="511">
                  <c:v>8.8218516844566539E-2</c:v>
                </c:pt>
                <c:pt idx="512">
                  <c:v>0.10035714791329917</c:v>
                </c:pt>
                <c:pt idx="513">
                  <c:v>9.5597137907680152E-2</c:v>
                </c:pt>
                <c:pt idx="514">
                  <c:v>8.4300811003504825E-2</c:v>
                </c:pt>
                <c:pt idx="515">
                  <c:v>9.731256652843237E-2</c:v>
                </c:pt>
                <c:pt idx="516">
                  <c:v>9.5415652802225553E-2</c:v>
                </c:pt>
                <c:pt idx="517">
                  <c:v>9.6065694662508042E-2</c:v>
                </c:pt>
                <c:pt idx="518">
                  <c:v>9.8026929336250498E-2</c:v>
                </c:pt>
                <c:pt idx="519">
                  <c:v>0.12399575894691608</c:v>
                </c:pt>
                <c:pt idx="520">
                  <c:v>0.12833635850383457</c:v>
                </c:pt>
                <c:pt idx="521">
                  <c:v>0.13762220873136671</c:v>
                </c:pt>
                <c:pt idx="522">
                  <c:v>0.14237117480687264</c:v>
                </c:pt>
                <c:pt idx="523">
                  <c:v>0.16232873728409175</c:v>
                </c:pt>
                <c:pt idx="524">
                  <c:v>0.2236217069114563</c:v>
                </c:pt>
                <c:pt idx="525">
                  <c:v>0.2303541365388882</c:v>
                </c:pt>
                <c:pt idx="526">
                  <c:v>0.23670307038920685</c:v>
                </c:pt>
                <c:pt idx="527">
                  <c:v>0.23216591492667818</c:v>
                </c:pt>
                <c:pt idx="528">
                  <c:v>0.23460383765993478</c:v>
                </c:pt>
                <c:pt idx="529">
                  <c:v>0.23700226250696727</c:v>
                </c:pt>
                <c:pt idx="530">
                  <c:v>0.2375298796207099</c:v>
                </c:pt>
                <c:pt idx="531">
                  <c:v>0.22444601577087578</c:v>
                </c:pt>
                <c:pt idx="532">
                  <c:v>0.21774646057337227</c:v>
                </c:pt>
                <c:pt idx="533">
                  <c:v>0.21370324235539986</c:v>
                </c:pt>
                <c:pt idx="534">
                  <c:v>0.21259568591149131</c:v>
                </c:pt>
                <c:pt idx="535">
                  <c:v>0.19734451432205727</c:v>
                </c:pt>
                <c:pt idx="536">
                  <c:v>0.10292046572811381</c:v>
                </c:pt>
                <c:pt idx="537">
                  <c:v>9.3402178652527243E-2</c:v>
                </c:pt>
                <c:pt idx="538">
                  <c:v>8.5837161885175123E-2</c:v>
                </c:pt>
                <c:pt idx="539">
                  <c:v>8.7222909429501075E-2</c:v>
                </c:pt>
                <c:pt idx="540">
                  <c:v>8.4055298584912425E-2</c:v>
                </c:pt>
                <c:pt idx="541">
                  <c:v>8.5983728250660266E-2</c:v>
                </c:pt>
                <c:pt idx="542">
                  <c:v>8.3032177323058315E-2</c:v>
                </c:pt>
                <c:pt idx="543">
                  <c:v>8.0432499738404467E-2</c:v>
                </c:pt>
                <c:pt idx="544">
                  <c:v>9.1998617889735915E-2</c:v>
                </c:pt>
                <c:pt idx="545">
                  <c:v>9.1893105344314427E-2</c:v>
                </c:pt>
                <c:pt idx="546">
                  <c:v>9.106051422733967E-2</c:v>
                </c:pt>
                <c:pt idx="547">
                  <c:v>8.9109906260118069E-2</c:v>
                </c:pt>
                <c:pt idx="548">
                  <c:v>9.1159275003427451E-2</c:v>
                </c:pt>
                <c:pt idx="549">
                  <c:v>8.9758090124712295E-2</c:v>
                </c:pt>
                <c:pt idx="550">
                  <c:v>8.6804925025696422E-2</c:v>
                </c:pt>
                <c:pt idx="551">
                  <c:v>0.10421271022182724</c:v>
                </c:pt>
                <c:pt idx="552">
                  <c:v>0.10390219567303734</c:v>
                </c:pt>
                <c:pt idx="553">
                  <c:v>0.10114990794876512</c:v>
                </c:pt>
                <c:pt idx="554">
                  <c:v>0.10205103649730582</c:v>
                </c:pt>
                <c:pt idx="555">
                  <c:v>0.11043287552999058</c:v>
                </c:pt>
                <c:pt idx="556">
                  <c:v>0.10224767777313688</c:v>
                </c:pt>
                <c:pt idx="557">
                  <c:v>0.10488092469357813</c:v>
                </c:pt>
                <c:pt idx="558">
                  <c:v>0.10952630554747209</c:v>
                </c:pt>
                <c:pt idx="559">
                  <c:v>0.10948710100745945</c:v>
                </c:pt>
                <c:pt idx="560">
                  <c:v>0.11123474719761917</c:v>
                </c:pt>
                <c:pt idx="561">
                  <c:v>0.11211524565679827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B4-40E6-BDC8-51E6BDC654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Materiales</c:v>
                </c:pt>
              </c:strCache>
            </c:strRef>
          </c:tx>
          <c:spPr>
            <a:ln w="22225" cap="flat">
              <a:solidFill>
                <a:srgbClr val="C982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Sheet1!$A$2:$A$563</c:f>
              <c:strCache>
                <c:ptCount val="562"/>
                <c:pt idx="0">
                  <c:v>2015-03</c:v>
                </c:pt>
                <c:pt idx="1">
                  <c:v>2015-04</c:v>
                </c:pt>
                <c:pt idx="2">
                  <c:v>2015-04</c:v>
                </c:pt>
                <c:pt idx="3">
                  <c:v>2015-04</c:v>
                </c:pt>
                <c:pt idx="4">
                  <c:v>2015-04</c:v>
                </c:pt>
                <c:pt idx="5">
                  <c:v>2015-04</c:v>
                </c:pt>
                <c:pt idx="6">
                  <c:v>2015-05</c:v>
                </c:pt>
                <c:pt idx="7">
                  <c:v>2015-05</c:v>
                </c:pt>
                <c:pt idx="8">
                  <c:v>2015-05</c:v>
                </c:pt>
                <c:pt idx="9">
                  <c:v>2015-05</c:v>
                </c:pt>
                <c:pt idx="10">
                  <c:v>2015-06</c:v>
                </c:pt>
                <c:pt idx="11">
                  <c:v>2015-06</c:v>
                </c:pt>
                <c:pt idx="12">
                  <c:v>2015-06</c:v>
                </c:pt>
                <c:pt idx="13">
                  <c:v>2015-06</c:v>
                </c:pt>
                <c:pt idx="14">
                  <c:v>2015-07</c:v>
                </c:pt>
                <c:pt idx="15">
                  <c:v>2015-07</c:v>
                </c:pt>
                <c:pt idx="16">
                  <c:v>2015-07</c:v>
                </c:pt>
                <c:pt idx="17">
                  <c:v>2015-07</c:v>
                </c:pt>
                <c:pt idx="18">
                  <c:v>2015-07</c:v>
                </c:pt>
                <c:pt idx="19">
                  <c:v>2015-08</c:v>
                </c:pt>
                <c:pt idx="20">
                  <c:v>2015-08</c:v>
                </c:pt>
                <c:pt idx="21">
                  <c:v>2015-08</c:v>
                </c:pt>
                <c:pt idx="22">
                  <c:v>2015-08</c:v>
                </c:pt>
                <c:pt idx="23">
                  <c:v>2015-09</c:v>
                </c:pt>
                <c:pt idx="24">
                  <c:v>2015-09</c:v>
                </c:pt>
                <c:pt idx="25">
                  <c:v>2015-09</c:v>
                </c:pt>
                <c:pt idx="26">
                  <c:v>2015-09</c:v>
                </c:pt>
                <c:pt idx="27">
                  <c:v>2015-10</c:v>
                </c:pt>
                <c:pt idx="28">
                  <c:v>2015-10</c:v>
                </c:pt>
                <c:pt idx="29">
                  <c:v>2015-10</c:v>
                </c:pt>
                <c:pt idx="30">
                  <c:v>2015-10</c:v>
                </c:pt>
                <c:pt idx="31">
                  <c:v>2015-10</c:v>
                </c:pt>
                <c:pt idx="32">
                  <c:v>2015-11</c:v>
                </c:pt>
                <c:pt idx="33">
                  <c:v>2015-11</c:v>
                </c:pt>
                <c:pt idx="34">
                  <c:v>2015-11</c:v>
                </c:pt>
                <c:pt idx="35">
                  <c:v>2015-11</c:v>
                </c:pt>
                <c:pt idx="36">
                  <c:v>2015-12</c:v>
                </c:pt>
                <c:pt idx="37">
                  <c:v>2015-12</c:v>
                </c:pt>
                <c:pt idx="38">
                  <c:v>2015-12</c:v>
                </c:pt>
                <c:pt idx="39">
                  <c:v>2015-12</c:v>
                </c:pt>
                <c:pt idx="40">
                  <c:v>2015-12</c:v>
                </c:pt>
                <c:pt idx="41">
                  <c:v>2016-01</c:v>
                </c:pt>
                <c:pt idx="42">
                  <c:v>2016-01</c:v>
                </c:pt>
                <c:pt idx="43">
                  <c:v>2016-01</c:v>
                </c:pt>
                <c:pt idx="44">
                  <c:v>2016-01</c:v>
                </c:pt>
                <c:pt idx="45">
                  <c:v>2016-02</c:v>
                </c:pt>
                <c:pt idx="46">
                  <c:v>2016-02</c:v>
                </c:pt>
                <c:pt idx="47">
                  <c:v>2016-02</c:v>
                </c:pt>
                <c:pt idx="48">
                  <c:v>2016-02</c:v>
                </c:pt>
                <c:pt idx="49">
                  <c:v>2016-03</c:v>
                </c:pt>
                <c:pt idx="50">
                  <c:v>2016-03</c:v>
                </c:pt>
                <c:pt idx="51">
                  <c:v>2016-03</c:v>
                </c:pt>
                <c:pt idx="52">
                  <c:v>2016-03</c:v>
                </c:pt>
                <c:pt idx="53">
                  <c:v>2016-03</c:v>
                </c:pt>
                <c:pt idx="54">
                  <c:v>2016-04</c:v>
                </c:pt>
                <c:pt idx="55">
                  <c:v>2016-04</c:v>
                </c:pt>
                <c:pt idx="56">
                  <c:v>2016-04</c:v>
                </c:pt>
                <c:pt idx="57">
                  <c:v>2016-04</c:v>
                </c:pt>
                <c:pt idx="58">
                  <c:v>2016-05</c:v>
                </c:pt>
                <c:pt idx="59">
                  <c:v>2016-05</c:v>
                </c:pt>
                <c:pt idx="60">
                  <c:v>2016-05</c:v>
                </c:pt>
                <c:pt idx="61">
                  <c:v>2016-05</c:v>
                </c:pt>
                <c:pt idx="62">
                  <c:v>2016-06</c:v>
                </c:pt>
                <c:pt idx="63">
                  <c:v>2016-06</c:v>
                </c:pt>
                <c:pt idx="64">
                  <c:v>2016-06</c:v>
                </c:pt>
                <c:pt idx="65">
                  <c:v>2016-06</c:v>
                </c:pt>
                <c:pt idx="66">
                  <c:v>2016-06</c:v>
                </c:pt>
                <c:pt idx="67">
                  <c:v>2016-07</c:v>
                </c:pt>
                <c:pt idx="68">
                  <c:v>2016-07</c:v>
                </c:pt>
                <c:pt idx="69">
                  <c:v>2016-07</c:v>
                </c:pt>
                <c:pt idx="70">
                  <c:v>2016-07</c:v>
                </c:pt>
                <c:pt idx="71">
                  <c:v>2016-08</c:v>
                </c:pt>
                <c:pt idx="72">
                  <c:v>2016-08</c:v>
                </c:pt>
                <c:pt idx="73">
                  <c:v>2016-08</c:v>
                </c:pt>
                <c:pt idx="74">
                  <c:v>2016-08</c:v>
                </c:pt>
                <c:pt idx="75">
                  <c:v>2016-09</c:v>
                </c:pt>
                <c:pt idx="76">
                  <c:v>2016-09</c:v>
                </c:pt>
                <c:pt idx="77">
                  <c:v>2016-09</c:v>
                </c:pt>
                <c:pt idx="78">
                  <c:v>2016-09</c:v>
                </c:pt>
                <c:pt idx="79">
                  <c:v>2016-09</c:v>
                </c:pt>
                <c:pt idx="80">
                  <c:v>2016-10</c:v>
                </c:pt>
                <c:pt idx="81">
                  <c:v>2016-10</c:v>
                </c:pt>
                <c:pt idx="82">
                  <c:v>2016-10</c:v>
                </c:pt>
                <c:pt idx="83">
                  <c:v>2016-10</c:v>
                </c:pt>
                <c:pt idx="84">
                  <c:v>2016-11</c:v>
                </c:pt>
                <c:pt idx="85">
                  <c:v>2016-11</c:v>
                </c:pt>
                <c:pt idx="86">
                  <c:v>2016-11</c:v>
                </c:pt>
                <c:pt idx="87">
                  <c:v>2016-11</c:v>
                </c:pt>
                <c:pt idx="88">
                  <c:v>2016-12</c:v>
                </c:pt>
                <c:pt idx="89">
                  <c:v>2016-12</c:v>
                </c:pt>
                <c:pt idx="90">
                  <c:v>2016-12</c:v>
                </c:pt>
                <c:pt idx="91">
                  <c:v>2016-12</c:v>
                </c:pt>
                <c:pt idx="92">
                  <c:v>2016-12</c:v>
                </c:pt>
                <c:pt idx="93">
                  <c:v>2017-01</c:v>
                </c:pt>
                <c:pt idx="94">
                  <c:v>2017-01</c:v>
                </c:pt>
                <c:pt idx="95">
                  <c:v>2017-01</c:v>
                </c:pt>
                <c:pt idx="96">
                  <c:v>2017-01</c:v>
                </c:pt>
                <c:pt idx="97">
                  <c:v>2017-02</c:v>
                </c:pt>
                <c:pt idx="98">
                  <c:v>2017-02</c:v>
                </c:pt>
                <c:pt idx="99">
                  <c:v>2017-02</c:v>
                </c:pt>
                <c:pt idx="100">
                  <c:v>2017-02</c:v>
                </c:pt>
                <c:pt idx="101">
                  <c:v>2017-03</c:v>
                </c:pt>
                <c:pt idx="102">
                  <c:v>2017-03</c:v>
                </c:pt>
                <c:pt idx="103">
                  <c:v>2017-03</c:v>
                </c:pt>
                <c:pt idx="104">
                  <c:v>2017-03</c:v>
                </c:pt>
                <c:pt idx="105">
                  <c:v>2017-03</c:v>
                </c:pt>
                <c:pt idx="106">
                  <c:v>2017-04</c:v>
                </c:pt>
                <c:pt idx="107">
                  <c:v>2017-04</c:v>
                </c:pt>
                <c:pt idx="108">
                  <c:v>2017-04</c:v>
                </c:pt>
                <c:pt idx="109">
                  <c:v>2017-04</c:v>
                </c:pt>
                <c:pt idx="110">
                  <c:v>2017-05</c:v>
                </c:pt>
                <c:pt idx="111">
                  <c:v>2017-05</c:v>
                </c:pt>
                <c:pt idx="112">
                  <c:v>2017-05</c:v>
                </c:pt>
                <c:pt idx="113">
                  <c:v>2017-05</c:v>
                </c:pt>
                <c:pt idx="114">
                  <c:v>2017-06</c:v>
                </c:pt>
                <c:pt idx="115">
                  <c:v>2017-06</c:v>
                </c:pt>
                <c:pt idx="116">
                  <c:v>2017-06</c:v>
                </c:pt>
                <c:pt idx="117">
                  <c:v>2017-06</c:v>
                </c:pt>
                <c:pt idx="118">
                  <c:v>2017-06</c:v>
                </c:pt>
                <c:pt idx="119">
                  <c:v>2017-07</c:v>
                </c:pt>
                <c:pt idx="120">
                  <c:v>2017-07</c:v>
                </c:pt>
                <c:pt idx="121">
                  <c:v>2017-07</c:v>
                </c:pt>
                <c:pt idx="122">
                  <c:v>2017-07</c:v>
                </c:pt>
                <c:pt idx="123">
                  <c:v>2017-08</c:v>
                </c:pt>
                <c:pt idx="124">
                  <c:v>2017-08</c:v>
                </c:pt>
                <c:pt idx="125">
                  <c:v>2017-08</c:v>
                </c:pt>
                <c:pt idx="126">
                  <c:v>2017-08</c:v>
                </c:pt>
                <c:pt idx="127">
                  <c:v>2017-08</c:v>
                </c:pt>
                <c:pt idx="128">
                  <c:v>2017-09</c:v>
                </c:pt>
                <c:pt idx="129">
                  <c:v>2017-09</c:v>
                </c:pt>
                <c:pt idx="130">
                  <c:v>2017-09</c:v>
                </c:pt>
                <c:pt idx="131">
                  <c:v>2017-09</c:v>
                </c:pt>
                <c:pt idx="132">
                  <c:v>2017-10</c:v>
                </c:pt>
                <c:pt idx="133">
                  <c:v>2017-10</c:v>
                </c:pt>
                <c:pt idx="134">
                  <c:v>2017-10</c:v>
                </c:pt>
                <c:pt idx="135">
                  <c:v>2017-10</c:v>
                </c:pt>
                <c:pt idx="136">
                  <c:v>2017-11</c:v>
                </c:pt>
                <c:pt idx="137">
                  <c:v>2017-11</c:v>
                </c:pt>
                <c:pt idx="138">
                  <c:v>2017-11</c:v>
                </c:pt>
                <c:pt idx="139">
                  <c:v>2017-11</c:v>
                </c:pt>
                <c:pt idx="140">
                  <c:v>2017-11</c:v>
                </c:pt>
                <c:pt idx="141">
                  <c:v>2017-12</c:v>
                </c:pt>
                <c:pt idx="142">
                  <c:v>2017-12</c:v>
                </c:pt>
                <c:pt idx="143">
                  <c:v>2017-12</c:v>
                </c:pt>
                <c:pt idx="144">
                  <c:v>2017-12</c:v>
                </c:pt>
                <c:pt idx="145">
                  <c:v>2018-01</c:v>
                </c:pt>
                <c:pt idx="146">
                  <c:v>2018-01</c:v>
                </c:pt>
                <c:pt idx="147">
                  <c:v>2018-01</c:v>
                </c:pt>
                <c:pt idx="148">
                  <c:v>2018-01</c:v>
                </c:pt>
                <c:pt idx="149">
                  <c:v>2018-02</c:v>
                </c:pt>
                <c:pt idx="150">
                  <c:v>2018-02</c:v>
                </c:pt>
                <c:pt idx="151">
                  <c:v>2018-02</c:v>
                </c:pt>
                <c:pt idx="152">
                  <c:v>2018-02</c:v>
                </c:pt>
                <c:pt idx="153">
                  <c:v>2018-03</c:v>
                </c:pt>
                <c:pt idx="154">
                  <c:v>2018-03</c:v>
                </c:pt>
                <c:pt idx="155">
                  <c:v>2018-03</c:v>
                </c:pt>
                <c:pt idx="156">
                  <c:v>2018-03</c:v>
                </c:pt>
                <c:pt idx="157">
                  <c:v>2018-03</c:v>
                </c:pt>
                <c:pt idx="158">
                  <c:v>2018-04</c:v>
                </c:pt>
                <c:pt idx="159">
                  <c:v>2018-04</c:v>
                </c:pt>
                <c:pt idx="160">
                  <c:v>2018-04</c:v>
                </c:pt>
                <c:pt idx="161">
                  <c:v>2018-04</c:v>
                </c:pt>
                <c:pt idx="162">
                  <c:v>2018-05</c:v>
                </c:pt>
                <c:pt idx="163">
                  <c:v>2018-05</c:v>
                </c:pt>
                <c:pt idx="164">
                  <c:v>2018-05</c:v>
                </c:pt>
                <c:pt idx="165">
                  <c:v>2018-05</c:v>
                </c:pt>
                <c:pt idx="166">
                  <c:v>2018-05</c:v>
                </c:pt>
                <c:pt idx="167">
                  <c:v>2018-06</c:v>
                </c:pt>
                <c:pt idx="168">
                  <c:v>2018-06</c:v>
                </c:pt>
                <c:pt idx="169">
                  <c:v>2018-06</c:v>
                </c:pt>
                <c:pt idx="170">
                  <c:v>2018-06</c:v>
                </c:pt>
                <c:pt idx="171">
                  <c:v>2018-07</c:v>
                </c:pt>
                <c:pt idx="172">
                  <c:v>2018-07</c:v>
                </c:pt>
                <c:pt idx="173">
                  <c:v>2018-07</c:v>
                </c:pt>
                <c:pt idx="174">
                  <c:v>2018-07</c:v>
                </c:pt>
                <c:pt idx="175">
                  <c:v>2018-08</c:v>
                </c:pt>
                <c:pt idx="176">
                  <c:v>2018-08</c:v>
                </c:pt>
                <c:pt idx="177">
                  <c:v>2018-08</c:v>
                </c:pt>
                <c:pt idx="178">
                  <c:v>2018-08</c:v>
                </c:pt>
                <c:pt idx="179">
                  <c:v>2018-08</c:v>
                </c:pt>
                <c:pt idx="180">
                  <c:v>2018-09</c:v>
                </c:pt>
                <c:pt idx="181">
                  <c:v>2018-09</c:v>
                </c:pt>
                <c:pt idx="182">
                  <c:v>2018-09</c:v>
                </c:pt>
                <c:pt idx="183">
                  <c:v>2018-09</c:v>
                </c:pt>
                <c:pt idx="184">
                  <c:v>2018-10</c:v>
                </c:pt>
                <c:pt idx="185">
                  <c:v>2018-10</c:v>
                </c:pt>
                <c:pt idx="186">
                  <c:v>2018-10</c:v>
                </c:pt>
                <c:pt idx="187">
                  <c:v>2018-10</c:v>
                </c:pt>
                <c:pt idx="188">
                  <c:v>2018-11</c:v>
                </c:pt>
                <c:pt idx="189">
                  <c:v>2018-11</c:v>
                </c:pt>
                <c:pt idx="190">
                  <c:v>2018-11</c:v>
                </c:pt>
                <c:pt idx="191">
                  <c:v>2018-11</c:v>
                </c:pt>
                <c:pt idx="192">
                  <c:v>2018-11</c:v>
                </c:pt>
                <c:pt idx="193">
                  <c:v>2018-12</c:v>
                </c:pt>
                <c:pt idx="194">
                  <c:v>2018-12</c:v>
                </c:pt>
                <c:pt idx="195">
                  <c:v>2018-12</c:v>
                </c:pt>
                <c:pt idx="196">
                  <c:v>2018-12</c:v>
                </c:pt>
                <c:pt idx="197">
                  <c:v>2019-01</c:v>
                </c:pt>
                <c:pt idx="198">
                  <c:v>2019-01</c:v>
                </c:pt>
                <c:pt idx="199">
                  <c:v>2019-01</c:v>
                </c:pt>
                <c:pt idx="200">
                  <c:v>2019-01</c:v>
                </c:pt>
                <c:pt idx="201">
                  <c:v>2019-01</c:v>
                </c:pt>
                <c:pt idx="202">
                  <c:v>2019-02</c:v>
                </c:pt>
                <c:pt idx="203">
                  <c:v>2019-02</c:v>
                </c:pt>
                <c:pt idx="204">
                  <c:v>2019-02</c:v>
                </c:pt>
                <c:pt idx="205">
                  <c:v>2019-02</c:v>
                </c:pt>
                <c:pt idx="206">
                  <c:v>2019-03</c:v>
                </c:pt>
                <c:pt idx="207">
                  <c:v>2019-03</c:v>
                </c:pt>
                <c:pt idx="208">
                  <c:v>2019-03</c:v>
                </c:pt>
                <c:pt idx="209">
                  <c:v>2019-03</c:v>
                </c:pt>
                <c:pt idx="210">
                  <c:v>2019-04</c:v>
                </c:pt>
                <c:pt idx="211">
                  <c:v>2019-04</c:v>
                </c:pt>
                <c:pt idx="212">
                  <c:v>2019-04</c:v>
                </c:pt>
                <c:pt idx="213">
                  <c:v>2019-04</c:v>
                </c:pt>
                <c:pt idx="214">
                  <c:v>2019-05</c:v>
                </c:pt>
                <c:pt idx="215">
                  <c:v>2019-05</c:v>
                </c:pt>
                <c:pt idx="216">
                  <c:v>2019-05</c:v>
                </c:pt>
                <c:pt idx="217">
                  <c:v>2019-05</c:v>
                </c:pt>
                <c:pt idx="218">
                  <c:v>2019-05</c:v>
                </c:pt>
                <c:pt idx="219">
                  <c:v>2019-06</c:v>
                </c:pt>
                <c:pt idx="220">
                  <c:v>2019-06</c:v>
                </c:pt>
                <c:pt idx="221">
                  <c:v>2019-06</c:v>
                </c:pt>
                <c:pt idx="222">
                  <c:v>2019-06</c:v>
                </c:pt>
                <c:pt idx="223">
                  <c:v>2019-07</c:v>
                </c:pt>
                <c:pt idx="224">
                  <c:v>2019-07</c:v>
                </c:pt>
                <c:pt idx="225">
                  <c:v>2019-07</c:v>
                </c:pt>
                <c:pt idx="226">
                  <c:v>2019-07</c:v>
                </c:pt>
                <c:pt idx="227">
                  <c:v>2019-08</c:v>
                </c:pt>
                <c:pt idx="228">
                  <c:v>2019-08</c:v>
                </c:pt>
                <c:pt idx="229">
                  <c:v>2019-08</c:v>
                </c:pt>
                <c:pt idx="230">
                  <c:v>2019-08</c:v>
                </c:pt>
                <c:pt idx="231">
                  <c:v>2019-08</c:v>
                </c:pt>
                <c:pt idx="232">
                  <c:v>2019-09</c:v>
                </c:pt>
                <c:pt idx="233">
                  <c:v>2019-09</c:v>
                </c:pt>
                <c:pt idx="234">
                  <c:v>2019-09</c:v>
                </c:pt>
                <c:pt idx="235">
                  <c:v>2019-09</c:v>
                </c:pt>
                <c:pt idx="236">
                  <c:v>2019-10</c:v>
                </c:pt>
                <c:pt idx="237">
                  <c:v>2019-10</c:v>
                </c:pt>
                <c:pt idx="238">
                  <c:v>2019-10</c:v>
                </c:pt>
                <c:pt idx="239">
                  <c:v>2019-10</c:v>
                </c:pt>
                <c:pt idx="240">
                  <c:v>2019-10</c:v>
                </c:pt>
                <c:pt idx="241">
                  <c:v>2019-11</c:v>
                </c:pt>
                <c:pt idx="242">
                  <c:v>2019-11</c:v>
                </c:pt>
                <c:pt idx="243">
                  <c:v>2019-11</c:v>
                </c:pt>
                <c:pt idx="244">
                  <c:v>2019-11</c:v>
                </c:pt>
                <c:pt idx="245">
                  <c:v>2019-12</c:v>
                </c:pt>
                <c:pt idx="246">
                  <c:v>2019-12</c:v>
                </c:pt>
                <c:pt idx="247">
                  <c:v>2019-12</c:v>
                </c:pt>
                <c:pt idx="248">
                  <c:v>2019-12</c:v>
                </c:pt>
                <c:pt idx="249">
                  <c:v>2020-01</c:v>
                </c:pt>
                <c:pt idx="250">
                  <c:v>2020-01</c:v>
                </c:pt>
                <c:pt idx="251">
                  <c:v>2020-01</c:v>
                </c:pt>
                <c:pt idx="252">
                  <c:v>2020-01</c:v>
                </c:pt>
                <c:pt idx="253">
                  <c:v>2020-01</c:v>
                </c:pt>
                <c:pt idx="254">
                  <c:v>2020-02</c:v>
                </c:pt>
                <c:pt idx="255">
                  <c:v>2020-02</c:v>
                </c:pt>
                <c:pt idx="256">
                  <c:v>2020-02</c:v>
                </c:pt>
                <c:pt idx="257">
                  <c:v>2020-02</c:v>
                </c:pt>
                <c:pt idx="258">
                  <c:v>2020-03</c:v>
                </c:pt>
                <c:pt idx="259">
                  <c:v>2020-03</c:v>
                </c:pt>
                <c:pt idx="260">
                  <c:v>2020-03</c:v>
                </c:pt>
                <c:pt idx="261">
                  <c:v>2020-03</c:v>
                </c:pt>
                <c:pt idx="262">
                  <c:v>2020-04</c:v>
                </c:pt>
                <c:pt idx="263">
                  <c:v>2020-04</c:v>
                </c:pt>
                <c:pt idx="264">
                  <c:v>2020-04</c:v>
                </c:pt>
                <c:pt idx="265">
                  <c:v>2020-04</c:v>
                </c:pt>
                <c:pt idx="266">
                  <c:v>2020-04</c:v>
                </c:pt>
                <c:pt idx="267">
                  <c:v>2020-05</c:v>
                </c:pt>
                <c:pt idx="268">
                  <c:v>2020-05</c:v>
                </c:pt>
                <c:pt idx="269">
                  <c:v>2020-05</c:v>
                </c:pt>
                <c:pt idx="270">
                  <c:v>2020-05</c:v>
                </c:pt>
                <c:pt idx="271">
                  <c:v>2020-06</c:v>
                </c:pt>
                <c:pt idx="272">
                  <c:v>2020-06</c:v>
                </c:pt>
                <c:pt idx="273">
                  <c:v>2020-06</c:v>
                </c:pt>
                <c:pt idx="274">
                  <c:v>2020-06</c:v>
                </c:pt>
                <c:pt idx="275">
                  <c:v>2020-07</c:v>
                </c:pt>
                <c:pt idx="276">
                  <c:v>2020-07</c:v>
                </c:pt>
                <c:pt idx="277">
                  <c:v>2020-07</c:v>
                </c:pt>
                <c:pt idx="278">
                  <c:v>2020-07</c:v>
                </c:pt>
                <c:pt idx="279">
                  <c:v>2020-07</c:v>
                </c:pt>
                <c:pt idx="280">
                  <c:v>2020-08</c:v>
                </c:pt>
                <c:pt idx="281">
                  <c:v>2020-08</c:v>
                </c:pt>
                <c:pt idx="282">
                  <c:v>2020-08</c:v>
                </c:pt>
                <c:pt idx="283">
                  <c:v>2020-08</c:v>
                </c:pt>
                <c:pt idx="284">
                  <c:v>2020-09</c:v>
                </c:pt>
                <c:pt idx="285">
                  <c:v>2020-09</c:v>
                </c:pt>
                <c:pt idx="286">
                  <c:v>2020-09</c:v>
                </c:pt>
                <c:pt idx="287">
                  <c:v>2020-09</c:v>
                </c:pt>
                <c:pt idx="288">
                  <c:v>2020-10</c:v>
                </c:pt>
                <c:pt idx="289">
                  <c:v>2020-10</c:v>
                </c:pt>
                <c:pt idx="290">
                  <c:v>2020-10</c:v>
                </c:pt>
                <c:pt idx="291">
                  <c:v>2020-10</c:v>
                </c:pt>
                <c:pt idx="292">
                  <c:v>2020-10</c:v>
                </c:pt>
                <c:pt idx="293">
                  <c:v>2020-11</c:v>
                </c:pt>
                <c:pt idx="294">
                  <c:v>2020-11</c:v>
                </c:pt>
                <c:pt idx="295">
                  <c:v>2020-11</c:v>
                </c:pt>
                <c:pt idx="296">
                  <c:v>2020-11</c:v>
                </c:pt>
                <c:pt idx="297">
                  <c:v>2020-12</c:v>
                </c:pt>
                <c:pt idx="298">
                  <c:v>2020-12</c:v>
                </c:pt>
                <c:pt idx="299">
                  <c:v>2020-12</c:v>
                </c:pt>
                <c:pt idx="300">
                  <c:v>2020-12</c:v>
                </c:pt>
                <c:pt idx="301">
                  <c:v>2020-12</c:v>
                </c:pt>
                <c:pt idx="302">
                  <c:v>2021-01</c:v>
                </c:pt>
                <c:pt idx="303">
                  <c:v>2021-01</c:v>
                </c:pt>
                <c:pt idx="304">
                  <c:v>2021-01</c:v>
                </c:pt>
                <c:pt idx="305">
                  <c:v>2021-01</c:v>
                </c:pt>
                <c:pt idx="306">
                  <c:v>2021-02</c:v>
                </c:pt>
                <c:pt idx="307">
                  <c:v>2021-02</c:v>
                </c:pt>
                <c:pt idx="308">
                  <c:v>2021-02</c:v>
                </c:pt>
                <c:pt idx="309">
                  <c:v>2021-02</c:v>
                </c:pt>
                <c:pt idx="310">
                  <c:v>2021-03</c:v>
                </c:pt>
                <c:pt idx="311">
                  <c:v>2021-03</c:v>
                </c:pt>
                <c:pt idx="312">
                  <c:v>2021-03</c:v>
                </c:pt>
                <c:pt idx="313">
                  <c:v>2021-03</c:v>
                </c:pt>
                <c:pt idx="314">
                  <c:v>2021-04</c:v>
                </c:pt>
                <c:pt idx="315">
                  <c:v>2021-04</c:v>
                </c:pt>
                <c:pt idx="316">
                  <c:v>2021-04</c:v>
                </c:pt>
                <c:pt idx="317">
                  <c:v>2021-04</c:v>
                </c:pt>
                <c:pt idx="318">
                  <c:v>2021-04</c:v>
                </c:pt>
                <c:pt idx="319">
                  <c:v>2021-05</c:v>
                </c:pt>
                <c:pt idx="320">
                  <c:v>2021-05</c:v>
                </c:pt>
                <c:pt idx="321">
                  <c:v>2021-05</c:v>
                </c:pt>
                <c:pt idx="322">
                  <c:v>2021-05</c:v>
                </c:pt>
                <c:pt idx="323">
                  <c:v>2021-06</c:v>
                </c:pt>
                <c:pt idx="324">
                  <c:v>2021-06</c:v>
                </c:pt>
                <c:pt idx="325">
                  <c:v>2021-06</c:v>
                </c:pt>
                <c:pt idx="326">
                  <c:v>2021-06</c:v>
                </c:pt>
                <c:pt idx="327">
                  <c:v>2021-07</c:v>
                </c:pt>
                <c:pt idx="328">
                  <c:v>2021-07</c:v>
                </c:pt>
                <c:pt idx="329">
                  <c:v>2021-07</c:v>
                </c:pt>
                <c:pt idx="330">
                  <c:v>2021-07</c:v>
                </c:pt>
                <c:pt idx="331">
                  <c:v>2021-07</c:v>
                </c:pt>
                <c:pt idx="332">
                  <c:v>2021-08</c:v>
                </c:pt>
                <c:pt idx="333">
                  <c:v>2021-08</c:v>
                </c:pt>
                <c:pt idx="334">
                  <c:v>2021-08</c:v>
                </c:pt>
                <c:pt idx="335">
                  <c:v>2021-08</c:v>
                </c:pt>
                <c:pt idx="336">
                  <c:v>2021-09</c:v>
                </c:pt>
                <c:pt idx="337">
                  <c:v>2021-09</c:v>
                </c:pt>
                <c:pt idx="338">
                  <c:v>2021-09</c:v>
                </c:pt>
                <c:pt idx="339">
                  <c:v>2021-09</c:v>
                </c:pt>
                <c:pt idx="340">
                  <c:v>2021-09</c:v>
                </c:pt>
                <c:pt idx="341">
                  <c:v>2021-10</c:v>
                </c:pt>
                <c:pt idx="342">
                  <c:v>2021-10</c:v>
                </c:pt>
                <c:pt idx="343">
                  <c:v>2021-10</c:v>
                </c:pt>
                <c:pt idx="344">
                  <c:v>2021-10</c:v>
                </c:pt>
                <c:pt idx="345">
                  <c:v>2021-11</c:v>
                </c:pt>
                <c:pt idx="346">
                  <c:v>2021-11</c:v>
                </c:pt>
                <c:pt idx="347">
                  <c:v>2021-11</c:v>
                </c:pt>
                <c:pt idx="348">
                  <c:v>2021-11</c:v>
                </c:pt>
                <c:pt idx="349">
                  <c:v>2021-12</c:v>
                </c:pt>
                <c:pt idx="350">
                  <c:v>2021-12</c:v>
                </c:pt>
                <c:pt idx="351">
                  <c:v>2021-12</c:v>
                </c:pt>
                <c:pt idx="352">
                  <c:v>2021-12</c:v>
                </c:pt>
                <c:pt idx="353">
                  <c:v>2021-12</c:v>
                </c:pt>
                <c:pt idx="354">
                  <c:v>2022-01</c:v>
                </c:pt>
                <c:pt idx="355">
                  <c:v>2022-01</c:v>
                </c:pt>
                <c:pt idx="356">
                  <c:v>2022-01</c:v>
                </c:pt>
                <c:pt idx="357">
                  <c:v>2022-01</c:v>
                </c:pt>
                <c:pt idx="358">
                  <c:v>2022-02</c:v>
                </c:pt>
                <c:pt idx="359">
                  <c:v>2022-02</c:v>
                </c:pt>
                <c:pt idx="360">
                  <c:v>2022-02</c:v>
                </c:pt>
                <c:pt idx="361">
                  <c:v>2022-02</c:v>
                </c:pt>
                <c:pt idx="362">
                  <c:v>2022-03</c:v>
                </c:pt>
                <c:pt idx="363">
                  <c:v>2022-03</c:v>
                </c:pt>
                <c:pt idx="364">
                  <c:v>2022-03</c:v>
                </c:pt>
                <c:pt idx="365">
                  <c:v>2022-03</c:v>
                </c:pt>
                <c:pt idx="366">
                  <c:v>2022-03</c:v>
                </c:pt>
                <c:pt idx="367">
                  <c:v>2022-04</c:v>
                </c:pt>
                <c:pt idx="368">
                  <c:v>2022-04</c:v>
                </c:pt>
                <c:pt idx="369">
                  <c:v>2022-04</c:v>
                </c:pt>
                <c:pt idx="370">
                  <c:v>2022-04</c:v>
                </c:pt>
                <c:pt idx="371">
                  <c:v>2022-05</c:v>
                </c:pt>
                <c:pt idx="372">
                  <c:v>2022-05</c:v>
                </c:pt>
                <c:pt idx="373">
                  <c:v>2022-05</c:v>
                </c:pt>
                <c:pt idx="374">
                  <c:v>2022-05</c:v>
                </c:pt>
                <c:pt idx="375">
                  <c:v>2022-06</c:v>
                </c:pt>
                <c:pt idx="376">
                  <c:v>2022-06</c:v>
                </c:pt>
                <c:pt idx="377">
                  <c:v>2022-06</c:v>
                </c:pt>
                <c:pt idx="378">
                  <c:v>2022-06</c:v>
                </c:pt>
                <c:pt idx="379">
                  <c:v>2022-06</c:v>
                </c:pt>
                <c:pt idx="380">
                  <c:v>2022-07</c:v>
                </c:pt>
                <c:pt idx="381">
                  <c:v>2022-07</c:v>
                </c:pt>
                <c:pt idx="382">
                  <c:v>2022-07</c:v>
                </c:pt>
                <c:pt idx="383">
                  <c:v>2022-07</c:v>
                </c:pt>
                <c:pt idx="384">
                  <c:v>2022-08</c:v>
                </c:pt>
                <c:pt idx="385">
                  <c:v>2022-08</c:v>
                </c:pt>
                <c:pt idx="386">
                  <c:v>2022-08</c:v>
                </c:pt>
                <c:pt idx="387">
                  <c:v>2022-08</c:v>
                </c:pt>
                <c:pt idx="388">
                  <c:v>2022-09</c:v>
                </c:pt>
                <c:pt idx="389">
                  <c:v>2022-09</c:v>
                </c:pt>
                <c:pt idx="390">
                  <c:v>2022-09</c:v>
                </c:pt>
                <c:pt idx="391">
                  <c:v>2022-09</c:v>
                </c:pt>
                <c:pt idx="392">
                  <c:v>2022-09</c:v>
                </c:pt>
                <c:pt idx="393">
                  <c:v>2022-10</c:v>
                </c:pt>
                <c:pt idx="394">
                  <c:v>2022-10</c:v>
                </c:pt>
                <c:pt idx="395">
                  <c:v>2022-10</c:v>
                </c:pt>
                <c:pt idx="396">
                  <c:v>2022-10</c:v>
                </c:pt>
                <c:pt idx="397">
                  <c:v>2022-11</c:v>
                </c:pt>
                <c:pt idx="398">
                  <c:v>2022-11</c:v>
                </c:pt>
                <c:pt idx="399">
                  <c:v>2022-11</c:v>
                </c:pt>
                <c:pt idx="400">
                  <c:v>2022-11</c:v>
                </c:pt>
                <c:pt idx="401">
                  <c:v>2022-12</c:v>
                </c:pt>
                <c:pt idx="402">
                  <c:v>2022-12</c:v>
                </c:pt>
                <c:pt idx="403">
                  <c:v>2022-12</c:v>
                </c:pt>
                <c:pt idx="404">
                  <c:v>2022-12</c:v>
                </c:pt>
                <c:pt idx="405">
                  <c:v>2022-12</c:v>
                </c:pt>
                <c:pt idx="406">
                  <c:v>2023-01</c:v>
                </c:pt>
                <c:pt idx="407">
                  <c:v>2023-01</c:v>
                </c:pt>
                <c:pt idx="408">
                  <c:v>2023-01</c:v>
                </c:pt>
                <c:pt idx="409">
                  <c:v>2023-01</c:v>
                </c:pt>
                <c:pt idx="410">
                  <c:v>2023-02</c:v>
                </c:pt>
                <c:pt idx="411">
                  <c:v>2023-02</c:v>
                </c:pt>
                <c:pt idx="412">
                  <c:v>2023-02</c:v>
                </c:pt>
                <c:pt idx="413">
                  <c:v>2023-02</c:v>
                </c:pt>
                <c:pt idx="414">
                  <c:v>2023-03</c:v>
                </c:pt>
                <c:pt idx="415">
                  <c:v>2023-03</c:v>
                </c:pt>
                <c:pt idx="416">
                  <c:v>2023-03</c:v>
                </c:pt>
                <c:pt idx="417">
                  <c:v>2023-03</c:v>
                </c:pt>
                <c:pt idx="418">
                  <c:v>2023-03</c:v>
                </c:pt>
                <c:pt idx="419">
                  <c:v>2023-04</c:v>
                </c:pt>
                <c:pt idx="420">
                  <c:v>2023-04</c:v>
                </c:pt>
                <c:pt idx="421">
                  <c:v>2023-04</c:v>
                </c:pt>
                <c:pt idx="422">
                  <c:v>2023-04</c:v>
                </c:pt>
                <c:pt idx="423">
                  <c:v>2023-05</c:v>
                </c:pt>
                <c:pt idx="424">
                  <c:v>2023-05</c:v>
                </c:pt>
                <c:pt idx="425">
                  <c:v>2023-05</c:v>
                </c:pt>
                <c:pt idx="426">
                  <c:v>2023-05</c:v>
                </c:pt>
                <c:pt idx="427">
                  <c:v>2023-06</c:v>
                </c:pt>
                <c:pt idx="428">
                  <c:v>2023-06</c:v>
                </c:pt>
                <c:pt idx="429">
                  <c:v>2023-06</c:v>
                </c:pt>
                <c:pt idx="430">
                  <c:v>2023-06</c:v>
                </c:pt>
                <c:pt idx="431">
                  <c:v>2023-06</c:v>
                </c:pt>
                <c:pt idx="432">
                  <c:v>2023-07</c:v>
                </c:pt>
                <c:pt idx="433">
                  <c:v>2023-07</c:v>
                </c:pt>
                <c:pt idx="434">
                  <c:v>2023-07</c:v>
                </c:pt>
                <c:pt idx="435">
                  <c:v>2023-07</c:v>
                </c:pt>
                <c:pt idx="436">
                  <c:v>2023-08</c:v>
                </c:pt>
                <c:pt idx="437">
                  <c:v>2023-08</c:v>
                </c:pt>
                <c:pt idx="438">
                  <c:v>2023-08</c:v>
                </c:pt>
                <c:pt idx="439">
                  <c:v>2023-08</c:v>
                </c:pt>
                <c:pt idx="440">
                  <c:v>2023-08</c:v>
                </c:pt>
                <c:pt idx="441">
                  <c:v>2023-09</c:v>
                </c:pt>
                <c:pt idx="442">
                  <c:v>2023-09</c:v>
                </c:pt>
                <c:pt idx="443">
                  <c:v>2023-09</c:v>
                </c:pt>
                <c:pt idx="444">
                  <c:v>2023-09</c:v>
                </c:pt>
                <c:pt idx="445">
                  <c:v>2023-10</c:v>
                </c:pt>
                <c:pt idx="446">
                  <c:v>2023-10</c:v>
                </c:pt>
                <c:pt idx="447">
                  <c:v>2023-10</c:v>
                </c:pt>
                <c:pt idx="448">
                  <c:v>2023-10</c:v>
                </c:pt>
                <c:pt idx="449">
                  <c:v>2023-11</c:v>
                </c:pt>
                <c:pt idx="450">
                  <c:v>2023-11</c:v>
                </c:pt>
                <c:pt idx="451">
                  <c:v>2023-11</c:v>
                </c:pt>
                <c:pt idx="452">
                  <c:v>2023-11</c:v>
                </c:pt>
                <c:pt idx="453">
                  <c:v>2023-11</c:v>
                </c:pt>
                <c:pt idx="454">
                  <c:v>2023-12</c:v>
                </c:pt>
                <c:pt idx="455">
                  <c:v>2023-12</c:v>
                </c:pt>
                <c:pt idx="456">
                  <c:v>2023-12</c:v>
                </c:pt>
                <c:pt idx="457">
                  <c:v>2023-12</c:v>
                </c:pt>
                <c:pt idx="458">
                  <c:v>2024-01</c:v>
                </c:pt>
                <c:pt idx="459">
                  <c:v>2024-01</c:v>
                </c:pt>
                <c:pt idx="460">
                  <c:v>2024-01</c:v>
                </c:pt>
                <c:pt idx="461">
                  <c:v>2024-01</c:v>
                </c:pt>
                <c:pt idx="462">
                  <c:v>2024-02</c:v>
                </c:pt>
                <c:pt idx="463">
                  <c:v>2024-02</c:v>
                </c:pt>
                <c:pt idx="464">
                  <c:v>2024-02</c:v>
                </c:pt>
                <c:pt idx="465">
                  <c:v>2024-02</c:v>
                </c:pt>
                <c:pt idx="466">
                  <c:v>2024-02</c:v>
                </c:pt>
                <c:pt idx="467">
                  <c:v>2024-03</c:v>
                </c:pt>
                <c:pt idx="468">
                  <c:v>2024-03</c:v>
                </c:pt>
                <c:pt idx="469">
                  <c:v>2024-03</c:v>
                </c:pt>
                <c:pt idx="470">
                  <c:v>2024-03</c:v>
                </c:pt>
                <c:pt idx="471">
                  <c:v>2024-04</c:v>
                </c:pt>
                <c:pt idx="472">
                  <c:v>2024-04</c:v>
                </c:pt>
                <c:pt idx="473">
                  <c:v>2024-04</c:v>
                </c:pt>
                <c:pt idx="474">
                  <c:v>2024-04</c:v>
                </c:pt>
                <c:pt idx="475">
                  <c:v>2024-05</c:v>
                </c:pt>
                <c:pt idx="476">
                  <c:v>2024-05</c:v>
                </c:pt>
                <c:pt idx="477">
                  <c:v>2024-05</c:v>
                </c:pt>
                <c:pt idx="478">
                  <c:v>2024-05</c:v>
                </c:pt>
                <c:pt idx="479">
                  <c:v>2024-05</c:v>
                </c:pt>
                <c:pt idx="480">
                  <c:v>2024-06</c:v>
                </c:pt>
                <c:pt idx="481">
                  <c:v>2024-06</c:v>
                </c:pt>
                <c:pt idx="482">
                  <c:v>2024-06</c:v>
                </c:pt>
                <c:pt idx="483">
                  <c:v>2024-06</c:v>
                </c:pt>
                <c:pt idx="484">
                  <c:v>2024-07</c:v>
                </c:pt>
                <c:pt idx="485">
                  <c:v>2024-07</c:v>
                </c:pt>
                <c:pt idx="486">
                  <c:v>2024-07</c:v>
                </c:pt>
                <c:pt idx="487">
                  <c:v>2024-07</c:v>
                </c:pt>
                <c:pt idx="488">
                  <c:v>2024-08</c:v>
                </c:pt>
                <c:pt idx="489">
                  <c:v>2024-08</c:v>
                </c:pt>
                <c:pt idx="490">
                  <c:v>2024-08</c:v>
                </c:pt>
                <c:pt idx="491">
                  <c:v>2024-08</c:v>
                </c:pt>
                <c:pt idx="492">
                  <c:v>2024-08</c:v>
                </c:pt>
                <c:pt idx="493">
                  <c:v>2024-09</c:v>
                </c:pt>
                <c:pt idx="494">
                  <c:v>2024-09</c:v>
                </c:pt>
                <c:pt idx="495">
                  <c:v>2024-09</c:v>
                </c:pt>
                <c:pt idx="496">
                  <c:v>2024-09</c:v>
                </c:pt>
                <c:pt idx="497">
                  <c:v>2024-10</c:v>
                </c:pt>
                <c:pt idx="498">
                  <c:v>2024-10</c:v>
                </c:pt>
                <c:pt idx="499">
                  <c:v>2024-10</c:v>
                </c:pt>
                <c:pt idx="500">
                  <c:v>2024-10</c:v>
                </c:pt>
                <c:pt idx="501">
                  <c:v>2024-10</c:v>
                </c:pt>
                <c:pt idx="502">
                  <c:v>2024-11</c:v>
                </c:pt>
                <c:pt idx="503">
                  <c:v>2024-11</c:v>
                </c:pt>
                <c:pt idx="504">
                  <c:v>2024-11</c:v>
                </c:pt>
                <c:pt idx="505">
                  <c:v>2024-11</c:v>
                </c:pt>
                <c:pt idx="506">
                  <c:v>2024-12</c:v>
                </c:pt>
                <c:pt idx="507">
                  <c:v>2024-12</c:v>
                </c:pt>
                <c:pt idx="508">
                  <c:v>2024-12</c:v>
                </c:pt>
                <c:pt idx="509">
                  <c:v>2024-12</c:v>
                </c:pt>
                <c:pt idx="510">
                  <c:v>2025-01</c:v>
                </c:pt>
                <c:pt idx="511">
                  <c:v>2025-01</c:v>
                </c:pt>
                <c:pt idx="512">
                  <c:v>2025-01</c:v>
                </c:pt>
                <c:pt idx="513">
                  <c:v>2025-01</c:v>
                </c:pt>
                <c:pt idx="514">
                  <c:v>2025-01</c:v>
                </c:pt>
                <c:pt idx="515">
                  <c:v>2025-02</c:v>
                </c:pt>
                <c:pt idx="516">
                  <c:v>2025-02</c:v>
                </c:pt>
                <c:pt idx="517">
                  <c:v>2025-02</c:v>
                </c:pt>
                <c:pt idx="518">
                  <c:v>2025-02</c:v>
                </c:pt>
                <c:pt idx="519">
                  <c:v>2025-03</c:v>
                </c:pt>
                <c:pt idx="520">
                  <c:v>2025-03</c:v>
                </c:pt>
                <c:pt idx="521">
                  <c:v>2025-03</c:v>
                </c:pt>
                <c:pt idx="522">
                  <c:v>2025-03</c:v>
                </c:pt>
                <c:pt idx="523">
                  <c:v>2025-04</c:v>
                </c:pt>
                <c:pt idx="524">
                  <c:v>2025-04</c:v>
                </c:pt>
                <c:pt idx="525">
                  <c:v>2025-04</c:v>
                </c:pt>
                <c:pt idx="526">
                  <c:v>2025-04</c:v>
                </c:pt>
                <c:pt idx="527">
                  <c:v>2025-05</c:v>
                </c:pt>
                <c:pt idx="528">
                  <c:v>2025-05</c:v>
                </c:pt>
                <c:pt idx="529">
                  <c:v>2025-05</c:v>
                </c:pt>
                <c:pt idx="530">
                  <c:v>2025-05</c:v>
                </c:pt>
                <c:pt idx="531">
                  <c:v>2025-05</c:v>
                </c:pt>
                <c:pt idx="532">
                  <c:v>2025-06</c:v>
                </c:pt>
                <c:pt idx="533">
                  <c:v>2025-06</c:v>
                </c:pt>
                <c:pt idx="534">
                  <c:v>2025-06</c:v>
                </c:pt>
                <c:pt idx="535">
                  <c:v>2025-06</c:v>
                </c:pt>
                <c:pt idx="536">
                  <c:v>2025-07</c:v>
                </c:pt>
                <c:pt idx="537">
                  <c:v>2025-07</c:v>
                </c:pt>
                <c:pt idx="538">
                  <c:v>2025-07</c:v>
                </c:pt>
                <c:pt idx="539">
                  <c:v>2025-07</c:v>
                </c:pt>
                <c:pt idx="540">
                  <c:v>2025-07</c:v>
                </c:pt>
                <c:pt idx="541">
                  <c:v>2025-08</c:v>
                </c:pt>
                <c:pt idx="542">
                  <c:v>2025-08</c:v>
                </c:pt>
                <c:pt idx="543">
                  <c:v>2025-08</c:v>
                </c:pt>
                <c:pt idx="544">
                  <c:v>2025-08</c:v>
                </c:pt>
                <c:pt idx="545">
                  <c:v>2025-09</c:v>
                </c:pt>
                <c:pt idx="546">
                  <c:v>2025-09</c:v>
                </c:pt>
                <c:pt idx="547">
                  <c:v>2025-09</c:v>
                </c:pt>
                <c:pt idx="548">
                  <c:v>2025-09</c:v>
                </c:pt>
                <c:pt idx="549">
                  <c:v>2025-10</c:v>
                </c:pt>
                <c:pt idx="550">
                  <c:v>2025-10</c:v>
                </c:pt>
                <c:pt idx="551">
                  <c:v>2025-10</c:v>
                </c:pt>
                <c:pt idx="552">
                  <c:v>2025-10</c:v>
                </c:pt>
                <c:pt idx="553">
                  <c:v>2025-10</c:v>
                </c:pt>
                <c:pt idx="554">
                  <c:v>2025-11</c:v>
                </c:pt>
                <c:pt idx="555">
                  <c:v>2025-11</c:v>
                </c:pt>
                <c:pt idx="556">
                  <c:v>2025-11</c:v>
                </c:pt>
                <c:pt idx="557">
                  <c:v>2025-11</c:v>
                </c:pt>
                <c:pt idx="558">
                  <c:v>2025-12</c:v>
                </c:pt>
                <c:pt idx="559">
                  <c:v>2025-12</c:v>
                </c:pt>
                <c:pt idx="560">
                  <c:v>2025-12</c:v>
                </c:pt>
                <c:pt idx="561">
                  <c:v>2025-12</c:v>
                </c:pt>
              </c:strCache>
            </c:strRef>
          </c:cat>
          <c:val>
            <c:numRef>
              <c:f>Sheet1!$C$2:$C$563</c:f>
              <c:numCache>
                <c:formatCode>General</c:formatCode>
                <c:ptCount val="562"/>
                <c:pt idx="0">
                  <c:v>0.4101363331730849</c:v>
                </c:pt>
                <c:pt idx="1">
                  <c:v>0.40685387493655067</c:v>
                </c:pt>
                <c:pt idx="2">
                  <c:v>0.34196235469034875</c:v>
                </c:pt>
                <c:pt idx="3">
                  <c:v>0.31712870839925184</c:v>
                </c:pt>
                <c:pt idx="4">
                  <c:v>0.30889533546060194</c:v>
                </c:pt>
                <c:pt idx="5">
                  <c:v>0.29433563695748899</c:v>
                </c:pt>
                <c:pt idx="6">
                  <c:v>0.28874709624109113</c:v>
                </c:pt>
                <c:pt idx="7">
                  <c:v>0.28346966988201278</c:v>
                </c:pt>
                <c:pt idx="8">
                  <c:v>0.29067548087561818</c:v>
                </c:pt>
                <c:pt idx="9">
                  <c:v>0.28506266606987812</c:v>
                </c:pt>
                <c:pt idx="10">
                  <c:v>0.26426719569481949</c:v>
                </c:pt>
                <c:pt idx="11">
                  <c:v>0.26984126460978852</c:v>
                </c:pt>
                <c:pt idx="12">
                  <c:v>0.24236969553353524</c:v>
                </c:pt>
                <c:pt idx="13">
                  <c:v>0.23495525290159552</c:v>
                </c:pt>
                <c:pt idx="14">
                  <c:v>0.23204232384431903</c:v>
                </c:pt>
                <c:pt idx="15">
                  <c:v>0.2357993435057521</c:v>
                </c:pt>
                <c:pt idx="16">
                  <c:v>0.22991052475193785</c:v>
                </c:pt>
                <c:pt idx="17">
                  <c:v>0.28835636910192863</c:v>
                </c:pt>
                <c:pt idx="18">
                  <c:v>0.30706223117576625</c:v>
                </c:pt>
                <c:pt idx="19">
                  <c:v>0.33454559436549663</c:v>
                </c:pt>
                <c:pt idx="20">
                  <c:v>0.38103295434669338</c:v>
                </c:pt>
                <c:pt idx="21">
                  <c:v>0.39007916624934497</c:v>
                </c:pt>
                <c:pt idx="22">
                  <c:v>0.48050601379886942</c:v>
                </c:pt>
                <c:pt idx="23">
                  <c:v>0.49732459046770394</c:v>
                </c:pt>
                <c:pt idx="24">
                  <c:v>0.51460086259644866</c:v>
                </c:pt>
                <c:pt idx="25">
                  <c:v>0.52946964345859182</c:v>
                </c:pt>
                <c:pt idx="26">
                  <c:v>0.56046570517403671</c:v>
                </c:pt>
                <c:pt idx="27">
                  <c:v>0.57603132325373807</c:v>
                </c:pt>
                <c:pt idx="28">
                  <c:v>0.64839397445476066</c:v>
                </c:pt>
                <c:pt idx="29">
                  <c:v>0.6315408602128465</c:v>
                </c:pt>
                <c:pt idx="30">
                  <c:v>0.63286275348160581</c:v>
                </c:pt>
                <c:pt idx="31">
                  <c:v>0.63236204385074757</c:v>
                </c:pt>
                <c:pt idx="32">
                  <c:v>0.61316091513811166</c:v>
                </c:pt>
                <c:pt idx="33">
                  <c:v>0.61148651065012383</c:v>
                </c:pt>
                <c:pt idx="34">
                  <c:v>0.54380406120225377</c:v>
                </c:pt>
                <c:pt idx="35">
                  <c:v>0.54671574192932482</c:v>
                </c:pt>
                <c:pt idx="36">
                  <c:v>0.54349430203237348</c:v>
                </c:pt>
                <c:pt idx="37">
                  <c:v>0.55051536688206482</c:v>
                </c:pt>
                <c:pt idx="38">
                  <c:v>0.55514313040860119</c:v>
                </c:pt>
                <c:pt idx="39">
                  <c:v>0.56609301568204151</c:v>
                </c:pt>
                <c:pt idx="40">
                  <c:v>0.49871830833851705</c:v>
                </c:pt>
                <c:pt idx="41">
                  <c:v>0.47700825311160083</c:v>
                </c:pt>
                <c:pt idx="42">
                  <c:v>0.47534872936441874</c:v>
                </c:pt>
                <c:pt idx="43">
                  <c:v>0.46886381198829774</c:v>
                </c:pt>
                <c:pt idx="44">
                  <c:v>0.46954177394302449</c:v>
                </c:pt>
                <c:pt idx="45">
                  <c:v>0.58116962734371813</c:v>
                </c:pt>
                <c:pt idx="46">
                  <c:v>0.59657548545504935</c:v>
                </c:pt>
                <c:pt idx="47">
                  <c:v>0.61801091849540113</c:v>
                </c:pt>
                <c:pt idx="48">
                  <c:v>0.61118578356654552</c:v>
                </c:pt>
                <c:pt idx="49">
                  <c:v>0.60888253274041126</c:v>
                </c:pt>
                <c:pt idx="50">
                  <c:v>0.58555645231557063</c:v>
                </c:pt>
                <c:pt idx="51">
                  <c:v>0.57296655875892366</c:v>
                </c:pt>
                <c:pt idx="52">
                  <c:v>0.59020400401551831</c:v>
                </c:pt>
                <c:pt idx="53">
                  <c:v>0.59179134830807656</c:v>
                </c:pt>
                <c:pt idx="54">
                  <c:v>0.57282815551082411</c:v>
                </c:pt>
                <c:pt idx="55">
                  <c:v>0.58638025140145911</c:v>
                </c:pt>
                <c:pt idx="56">
                  <c:v>0.58994470225738671</c:v>
                </c:pt>
                <c:pt idx="57">
                  <c:v>0.49811330117882374</c:v>
                </c:pt>
                <c:pt idx="58">
                  <c:v>0.52352255574496098</c:v>
                </c:pt>
                <c:pt idx="59">
                  <c:v>0.52201878624057685</c:v>
                </c:pt>
                <c:pt idx="60">
                  <c:v>0.53813248951043458</c:v>
                </c:pt>
                <c:pt idx="61">
                  <c:v>0.52878356059476228</c:v>
                </c:pt>
                <c:pt idx="62">
                  <c:v>0.50807455065571583</c:v>
                </c:pt>
                <c:pt idx="63">
                  <c:v>0.52876296731981753</c:v>
                </c:pt>
                <c:pt idx="64">
                  <c:v>0.51022674596899864</c:v>
                </c:pt>
                <c:pt idx="65">
                  <c:v>0.50892365987013033</c:v>
                </c:pt>
                <c:pt idx="66">
                  <c:v>0.49984945238867384</c:v>
                </c:pt>
                <c:pt idx="67">
                  <c:v>0.49105088476323372</c:v>
                </c:pt>
                <c:pt idx="68">
                  <c:v>0.47488176138214128</c:v>
                </c:pt>
                <c:pt idx="69">
                  <c:v>0.47325028456824053</c:v>
                </c:pt>
                <c:pt idx="70">
                  <c:v>0.42698378208100141</c:v>
                </c:pt>
                <c:pt idx="71">
                  <c:v>0.37818209442107498</c:v>
                </c:pt>
                <c:pt idx="72">
                  <c:v>0.34800587727136617</c:v>
                </c:pt>
                <c:pt idx="73">
                  <c:v>0.32849445034336483</c:v>
                </c:pt>
                <c:pt idx="74">
                  <c:v>0.36957730387097826</c:v>
                </c:pt>
                <c:pt idx="75">
                  <c:v>0.33735590439119179</c:v>
                </c:pt>
                <c:pt idx="76">
                  <c:v>0.32437705863098204</c:v>
                </c:pt>
                <c:pt idx="77">
                  <c:v>0.34678214769095822</c:v>
                </c:pt>
                <c:pt idx="78">
                  <c:v>0.35586147941596358</c:v>
                </c:pt>
                <c:pt idx="79">
                  <c:v>0.32958161121056634</c:v>
                </c:pt>
                <c:pt idx="80">
                  <c:v>0.36472958317264387</c:v>
                </c:pt>
                <c:pt idx="81">
                  <c:v>0.35955683293681118</c:v>
                </c:pt>
                <c:pt idx="82">
                  <c:v>0.35718294655126914</c:v>
                </c:pt>
                <c:pt idx="83">
                  <c:v>0.35827445797650015</c:v>
                </c:pt>
                <c:pt idx="84">
                  <c:v>0.36386364953719075</c:v>
                </c:pt>
                <c:pt idx="85">
                  <c:v>0.37395116248057964</c:v>
                </c:pt>
                <c:pt idx="86">
                  <c:v>0.36190659488471799</c:v>
                </c:pt>
                <c:pt idx="87">
                  <c:v>0.35744173746420127</c:v>
                </c:pt>
                <c:pt idx="88">
                  <c:v>0.35713087296839485</c:v>
                </c:pt>
                <c:pt idx="89">
                  <c:v>0.33569183697998123</c:v>
                </c:pt>
                <c:pt idx="90">
                  <c:v>0.33352492705688669</c:v>
                </c:pt>
                <c:pt idx="91">
                  <c:v>0.33606599860876474</c:v>
                </c:pt>
                <c:pt idx="92">
                  <c:v>0.29966766160416214</c:v>
                </c:pt>
                <c:pt idx="93">
                  <c:v>0.32350374770892154</c:v>
                </c:pt>
                <c:pt idx="94">
                  <c:v>0.32798201637669633</c:v>
                </c:pt>
                <c:pt idx="95">
                  <c:v>0.32956525793786068</c:v>
                </c:pt>
                <c:pt idx="96">
                  <c:v>0.32901603460511319</c:v>
                </c:pt>
                <c:pt idx="97">
                  <c:v>0.31766700247724022</c:v>
                </c:pt>
                <c:pt idx="98">
                  <c:v>0.2934887706094787</c:v>
                </c:pt>
                <c:pt idx="99">
                  <c:v>0.28568012573906676</c:v>
                </c:pt>
                <c:pt idx="100">
                  <c:v>0.29065158361385046</c:v>
                </c:pt>
                <c:pt idx="101">
                  <c:v>0.31441640778150132</c:v>
                </c:pt>
                <c:pt idx="102">
                  <c:v>0.3113826103156993</c:v>
                </c:pt>
                <c:pt idx="103">
                  <c:v>0.33134324680850014</c:v>
                </c:pt>
                <c:pt idx="104">
                  <c:v>0.32770379305555858</c:v>
                </c:pt>
                <c:pt idx="105">
                  <c:v>0.30514466969717474</c:v>
                </c:pt>
                <c:pt idx="106">
                  <c:v>0.28723342825688503</c:v>
                </c:pt>
                <c:pt idx="107">
                  <c:v>0.28193937554872528</c:v>
                </c:pt>
                <c:pt idx="108">
                  <c:v>0.27842307027972651</c:v>
                </c:pt>
                <c:pt idx="109">
                  <c:v>0.28677534281683642</c:v>
                </c:pt>
                <c:pt idx="110">
                  <c:v>0.29175542097234541</c:v>
                </c:pt>
                <c:pt idx="111">
                  <c:v>0.29049468362138553</c:v>
                </c:pt>
                <c:pt idx="112">
                  <c:v>0.28542200972874388</c:v>
                </c:pt>
                <c:pt idx="113">
                  <c:v>0.25959742463422408</c:v>
                </c:pt>
                <c:pt idx="114">
                  <c:v>0.2480948667088354</c:v>
                </c:pt>
                <c:pt idx="115">
                  <c:v>0.22585340874679113</c:v>
                </c:pt>
                <c:pt idx="116">
                  <c:v>0.2374226855985361</c:v>
                </c:pt>
                <c:pt idx="117">
                  <c:v>0.24274280660104602</c:v>
                </c:pt>
                <c:pt idx="118">
                  <c:v>0.24569403785634017</c:v>
                </c:pt>
                <c:pt idx="119">
                  <c:v>0.2436052430445757</c:v>
                </c:pt>
                <c:pt idx="120">
                  <c:v>0.25824642273939974</c:v>
                </c:pt>
                <c:pt idx="121">
                  <c:v>0.25284088208878913</c:v>
                </c:pt>
                <c:pt idx="122">
                  <c:v>0.2481774942476298</c:v>
                </c:pt>
                <c:pt idx="123">
                  <c:v>0.24233769697927043</c:v>
                </c:pt>
                <c:pt idx="124">
                  <c:v>0.23733167918297479</c:v>
                </c:pt>
                <c:pt idx="125">
                  <c:v>0.24771905131040015</c:v>
                </c:pt>
                <c:pt idx="126">
                  <c:v>0.25197075206494907</c:v>
                </c:pt>
                <c:pt idx="127">
                  <c:v>0.2506391254131291</c:v>
                </c:pt>
                <c:pt idx="128">
                  <c:v>0.23112341640723605</c:v>
                </c:pt>
                <c:pt idx="129">
                  <c:v>0.23520050612460891</c:v>
                </c:pt>
                <c:pt idx="130">
                  <c:v>0.22988360293142446</c:v>
                </c:pt>
                <c:pt idx="131">
                  <c:v>0.22904558614646364</c:v>
                </c:pt>
                <c:pt idx="132">
                  <c:v>0.21559240347853725</c:v>
                </c:pt>
                <c:pt idx="133">
                  <c:v>0.20368037268501304</c:v>
                </c:pt>
                <c:pt idx="134">
                  <c:v>0.19131401820619412</c:v>
                </c:pt>
                <c:pt idx="135">
                  <c:v>0.20513383912165678</c:v>
                </c:pt>
                <c:pt idx="136">
                  <c:v>0.20361184151703798</c:v>
                </c:pt>
                <c:pt idx="137">
                  <c:v>0.19424771703028523</c:v>
                </c:pt>
                <c:pt idx="138">
                  <c:v>0.19402495399016478</c:v>
                </c:pt>
                <c:pt idx="139">
                  <c:v>0.18840087748672621</c:v>
                </c:pt>
                <c:pt idx="140">
                  <c:v>0.20022702205277462</c:v>
                </c:pt>
                <c:pt idx="141">
                  <c:v>0.19418762154996136</c:v>
                </c:pt>
                <c:pt idx="142">
                  <c:v>0.21411597116020537</c:v>
                </c:pt>
                <c:pt idx="143">
                  <c:v>0.22214943267163498</c:v>
                </c:pt>
                <c:pt idx="144">
                  <c:v>0.2130114125264661</c:v>
                </c:pt>
                <c:pt idx="145">
                  <c:v>0.21961868608625251</c:v>
                </c:pt>
                <c:pt idx="146">
                  <c:v>0.22325419862660825</c:v>
                </c:pt>
                <c:pt idx="147">
                  <c:v>0.22660536371871468</c:v>
                </c:pt>
                <c:pt idx="148">
                  <c:v>0.23096697033188648</c:v>
                </c:pt>
                <c:pt idx="149">
                  <c:v>0.22745295086706377</c:v>
                </c:pt>
                <c:pt idx="150">
                  <c:v>0.2408098060624945</c:v>
                </c:pt>
                <c:pt idx="151">
                  <c:v>0.25760101302059507</c:v>
                </c:pt>
                <c:pt idx="152">
                  <c:v>0.24844305895867241</c:v>
                </c:pt>
                <c:pt idx="153">
                  <c:v>0.24468684506528893</c:v>
                </c:pt>
                <c:pt idx="154">
                  <c:v>0.23401471927953793</c:v>
                </c:pt>
                <c:pt idx="155">
                  <c:v>0.23177019006761176</c:v>
                </c:pt>
                <c:pt idx="156">
                  <c:v>0.24760445423940358</c:v>
                </c:pt>
                <c:pt idx="157">
                  <c:v>0.26003923377487254</c:v>
                </c:pt>
                <c:pt idx="158">
                  <c:v>0.25800658659685088</c:v>
                </c:pt>
                <c:pt idx="159">
                  <c:v>0.25377148241109704</c:v>
                </c:pt>
                <c:pt idx="160">
                  <c:v>0.26009296392353376</c:v>
                </c:pt>
                <c:pt idx="161">
                  <c:v>0.26097347066747573</c:v>
                </c:pt>
                <c:pt idx="162">
                  <c:v>0.24262936112604738</c:v>
                </c:pt>
                <c:pt idx="163">
                  <c:v>0.21792743982640611</c:v>
                </c:pt>
                <c:pt idx="164">
                  <c:v>0.2185473111959769</c:v>
                </c:pt>
                <c:pt idx="165">
                  <c:v>0.21590190301684842</c:v>
                </c:pt>
                <c:pt idx="166">
                  <c:v>0.21586992783902947</c:v>
                </c:pt>
                <c:pt idx="167">
                  <c:v>0.22054815329801131</c:v>
                </c:pt>
                <c:pt idx="168">
                  <c:v>0.19977766001339664</c:v>
                </c:pt>
                <c:pt idx="169">
                  <c:v>0.18405506376442762</c:v>
                </c:pt>
                <c:pt idx="170">
                  <c:v>0.20016140920206385</c:v>
                </c:pt>
                <c:pt idx="171">
                  <c:v>0.1953675590527521</c:v>
                </c:pt>
                <c:pt idx="172">
                  <c:v>0.19773668842155115</c:v>
                </c:pt>
                <c:pt idx="173">
                  <c:v>0.19916478668887541</c:v>
                </c:pt>
                <c:pt idx="174">
                  <c:v>0.20868457461768605</c:v>
                </c:pt>
                <c:pt idx="175">
                  <c:v>0.21730184952200457</c:v>
                </c:pt>
                <c:pt idx="176">
                  <c:v>0.21471899864277955</c:v>
                </c:pt>
                <c:pt idx="177">
                  <c:v>0.24549530725139793</c:v>
                </c:pt>
                <c:pt idx="178">
                  <c:v>0.24612388384111469</c:v>
                </c:pt>
                <c:pt idx="179">
                  <c:v>0.24360528036289167</c:v>
                </c:pt>
                <c:pt idx="180">
                  <c:v>0.24855036436205213</c:v>
                </c:pt>
                <c:pt idx="181">
                  <c:v>0.26063536576822605</c:v>
                </c:pt>
                <c:pt idx="182">
                  <c:v>0.25928820568837585</c:v>
                </c:pt>
                <c:pt idx="183">
                  <c:v>0.25609334707548254</c:v>
                </c:pt>
                <c:pt idx="184">
                  <c:v>0.24656856239902342</c:v>
                </c:pt>
                <c:pt idx="185">
                  <c:v>0.25460323419636249</c:v>
                </c:pt>
                <c:pt idx="186">
                  <c:v>0.24686642089126587</c:v>
                </c:pt>
                <c:pt idx="187">
                  <c:v>0.25917393325595045</c:v>
                </c:pt>
                <c:pt idx="188">
                  <c:v>0.30422048857482831</c:v>
                </c:pt>
                <c:pt idx="189">
                  <c:v>0.27782128144678209</c:v>
                </c:pt>
                <c:pt idx="190">
                  <c:v>0.28837569697479959</c:v>
                </c:pt>
                <c:pt idx="191">
                  <c:v>0.29961606605749092</c:v>
                </c:pt>
                <c:pt idx="192">
                  <c:v>0.31649241280204388</c:v>
                </c:pt>
                <c:pt idx="193">
                  <c:v>0.33300417498874851</c:v>
                </c:pt>
                <c:pt idx="194">
                  <c:v>0.32909834869188814</c:v>
                </c:pt>
                <c:pt idx="195">
                  <c:v>0.35269692274196662</c:v>
                </c:pt>
                <c:pt idx="196">
                  <c:v>0.35778419646997561</c:v>
                </c:pt>
                <c:pt idx="197">
                  <c:v>0.36126578479741328</c:v>
                </c:pt>
                <c:pt idx="198">
                  <c:v>0.37187144614032369</c:v>
                </c:pt>
                <c:pt idx="199">
                  <c:v>0.35738248553042951</c:v>
                </c:pt>
                <c:pt idx="200">
                  <c:v>0.32715875180106208</c:v>
                </c:pt>
                <c:pt idx="201">
                  <c:v>0.33867693950082906</c:v>
                </c:pt>
                <c:pt idx="202">
                  <c:v>0.32732869153348393</c:v>
                </c:pt>
                <c:pt idx="203">
                  <c:v>0.31356465121691585</c:v>
                </c:pt>
                <c:pt idx="204">
                  <c:v>0.30187989989461927</c:v>
                </c:pt>
                <c:pt idx="205">
                  <c:v>0.28279167792824189</c:v>
                </c:pt>
                <c:pt idx="206">
                  <c:v>0.28429384584372264</c:v>
                </c:pt>
                <c:pt idx="207">
                  <c:v>0.25378237584489766</c:v>
                </c:pt>
                <c:pt idx="208">
                  <c:v>0.24822258176312148</c:v>
                </c:pt>
                <c:pt idx="209">
                  <c:v>0.23704412111427969</c:v>
                </c:pt>
                <c:pt idx="210">
                  <c:v>0.2210394264188229</c:v>
                </c:pt>
                <c:pt idx="211">
                  <c:v>0.2096670068187827</c:v>
                </c:pt>
                <c:pt idx="212">
                  <c:v>0.21399601189819065</c:v>
                </c:pt>
                <c:pt idx="213">
                  <c:v>0.1983334687037836</c:v>
                </c:pt>
                <c:pt idx="214">
                  <c:v>0.22348045017546364</c:v>
                </c:pt>
                <c:pt idx="215">
                  <c:v>0.22605036955551064</c:v>
                </c:pt>
                <c:pt idx="216">
                  <c:v>0.20525237819565562</c:v>
                </c:pt>
                <c:pt idx="217">
                  <c:v>0.20646631252673506</c:v>
                </c:pt>
                <c:pt idx="218">
                  <c:v>0.20285620511140309</c:v>
                </c:pt>
                <c:pt idx="219">
                  <c:v>0.22109362305602984</c:v>
                </c:pt>
                <c:pt idx="220">
                  <c:v>0.22229097878414186</c:v>
                </c:pt>
                <c:pt idx="221">
                  <c:v>0.2263938894077932</c:v>
                </c:pt>
                <c:pt idx="222">
                  <c:v>0.23083059808946466</c:v>
                </c:pt>
                <c:pt idx="223">
                  <c:v>0.23101996753858273</c:v>
                </c:pt>
                <c:pt idx="224">
                  <c:v>0.23320093362006178</c:v>
                </c:pt>
                <c:pt idx="225">
                  <c:v>0.23095650294356559</c:v>
                </c:pt>
                <c:pt idx="226">
                  <c:v>0.21446015538452609</c:v>
                </c:pt>
                <c:pt idx="227">
                  <c:v>0.21651183892515308</c:v>
                </c:pt>
                <c:pt idx="228">
                  <c:v>0.22170507965124681</c:v>
                </c:pt>
                <c:pt idx="229">
                  <c:v>0.22489741197449931</c:v>
                </c:pt>
                <c:pt idx="230">
                  <c:v>0.23056722695152995</c:v>
                </c:pt>
                <c:pt idx="231">
                  <c:v>0.21289262604788683</c:v>
                </c:pt>
                <c:pt idx="232">
                  <c:v>0.21345514015968589</c:v>
                </c:pt>
                <c:pt idx="233">
                  <c:v>0.20968409418604042</c:v>
                </c:pt>
                <c:pt idx="234">
                  <c:v>0.22219003574826468</c:v>
                </c:pt>
                <c:pt idx="235">
                  <c:v>0.23599518811329143</c:v>
                </c:pt>
                <c:pt idx="236">
                  <c:v>0.23013283834736886</c:v>
                </c:pt>
                <c:pt idx="237">
                  <c:v>0.23114380848806268</c:v>
                </c:pt>
                <c:pt idx="238">
                  <c:v>0.2333864303367581</c:v>
                </c:pt>
                <c:pt idx="239">
                  <c:v>0.22820293516776716</c:v>
                </c:pt>
                <c:pt idx="240">
                  <c:v>0.22306571703785505</c:v>
                </c:pt>
                <c:pt idx="241">
                  <c:v>0.21625045964220768</c:v>
                </c:pt>
                <c:pt idx="242">
                  <c:v>0.21271223903058803</c:v>
                </c:pt>
                <c:pt idx="243">
                  <c:v>0.21188416534805932</c:v>
                </c:pt>
                <c:pt idx="244">
                  <c:v>0.20479353658012003</c:v>
                </c:pt>
                <c:pt idx="245">
                  <c:v>0.19726407268708585</c:v>
                </c:pt>
                <c:pt idx="246">
                  <c:v>0.18058418492560366</c:v>
                </c:pt>
                <c:pt idx="247">
                  <c:v>0.16118236027189867</c:v>
                </c:pt>
                <c:pt idx="248">
                  <c:v>0.1628020642506175</c:v>
                </c:pt>
                <c:pt idx="249">
                  <c:v>0.16143381299639653</c:v>
                </c:pt>
                <c:pt idx="250">
                  <c:v>0.17484016233410871</c:v>
                </c:pt>
                <c:pt idx="251">
                  <c:v>0.17702579290736201</c:v>
                </c:pt>
                <c:pt idx="252">
                  <c:v>0.18073818693588145</c:v>
                </c:pt>
                <c:pt idx="253">
                  <c:v>0.18193451605652583</c:v>
                </c:pt>
                <c:pt idx="254">
                  <c:v>0.19050530418956868</c:v>
                </c:pt>
                <c:pt idx="255">
                  <c:v>0.20260528447982754</c:v>
                </c:pt>
                <c:pt idx="256">
                  <c:v>0.20623835912819657</c:v>
                </c:pt>
                <c:pt idx="257">
                  <c:v>0.24602913251411407</c:v>
                </c:pt>
                <c:pt idx="258">
                  <c:v>0.25145437904578954</c:v>
                </c:pt>
                <c:pt idx="259">
                  <c:v>0.45138798663321611</c:v>
                </c:pt>
                <c:pt idx="260">
                  <c:v>0.56318089467434784</c:v>
                </c:pt>
                <c:pt idx="261">
                  <c:v>0.70788445042411197</c:v>
                </c:pt>
                <c:pt idx="262">
                  <c:v>0.72358280094778027</c:v>
                </c:pt>
                <c:pt idx="263">
                  <c:v>0.7413202918558055</c:v>
                </c:pt>
                <c:pt idx="264">
                  <c:v>0.74660957179994891</c:v>
                </c:pt>
                <c:pt idx="265">
                  <c:v>0.75571419931514561</c:v>
                </c:pt>
                <c:pt idx="266">
                  <c:v>0.76132062073794915</c:v>
                </c:pt>
                <c:pt idx="267">
                  <c:v>0.76085498983516386</c:v>
                </c:pt>
                <c:pt idx="268">
                  <c:v>0.76278472045824797</c:v>
                </c:pt>
                <c:pt idx="269">
                  <c:v>0.76007399216157145</c:v>
                </c:pt>
                <c:pt idx="270">
                  <c:v>0.75942224162038174</c:v>
                </c:pt>
                <c:pt idx="271">
                  <c:v>0.65024820593394461</c:v>
                </c:pt>
                <c:pt idx="272">
                  <c:v>0.57697303255239596</c:v>
                </c:pt>
                <c:pt idx="273">
                  <c:v>0.40109212927020965</c:v>
                </c:pt>
                <c:pt idx="274">
                  <c:v>0.37311769234824754</c:v>
                </c:pt>
                <c:pt idx="275">
                  <c:v>0.34599476188459277</c:v>
                </c:pt>
                <c:pt idx="276">
                  <c:v>0.34156015118050448</c:v>
                </c:pt>
                <c:pt idx="277">
                  <c:v>0.322751844471802</c:v>
                </c:pt>
                <c:pt idx="278">
                  <c:v>0.30928467264525517</c:v>
                </c:pt>
                <c:pt idx="279">
                  <c:v>0.30953993173442645</c:v>
                </c:pt>
                <c:pt idx="280">
                  <c:v>0.31106042887062324</c:v>
                </c:pt>
                <c:pt idx="281">
                  <c:v>0.32031315462953236</c:v>
                </c:pt>
                <c:pt idx="282">
                  <c:v>0.33043663435922482</c:v>
                </c:pt>
                <c:pt idx="283">
                  <c:v>0.33512975049506394</c:v>
                </c:pt>
                <c:pt idx="284">
                  <c:v>0.30726178677497129</c:v>
                </c:pt>
                <c:pt idx="285">
                  <c:v>0.31304790085200729</c:v>
                </c:pt>
                <c:pt idx="286">
                  <c:v>0.30049893791050525</c:v>
                </c:pt>
                <c:pt idx="287">
                  <c:v>0.34405801919591383</c:v>
                </c:pt>
                <c:pt idx="288">
                  <c:v>0.33203297597258463</c:v>
                </c:pt>
                <c:pt idx="289">
                  <c:v>0.33873413754601683</c:v>
                </c:pt>
                <c:pt idx="290">
                  <c:v>0.34253960352102736</c:v>
                </c:pt>
                <c:pt idx="291">
                  <c:v>0.34795408792703869</c:v>
                </c:pt>
                <c:pt idx="292">
                  <c:v>0.34782128306249255</c:v>
                </c:pt>
                <c:pt idx="293">
                  <c:v>0.3387284283789937</c:v>
                </c:pt>
                <c:pt idx="294">
                  <c:v>0.33550510543842527</c:v>
                </c:pt>
                <c:pt idx="295">
                  <c:v>0.33301999825508716</c:v>
                </c:pt>
                <c:pt idx="296">
                  <c:v>0.32749583873280647</c:v>
                </c:pt>
                <c:pt idx="297">
                  <c:v>0.32001505378989181</c:v>
                </c:pt>
                <c:pt idx="298">
                  <c:v>0.31801600223851095</c:v>
                </c:pt>
                <c:pt idx="299">
                  <c:v>0.2773804026203841</c:v>
                </c:pt>
                <c:pt idx="300">
                  <c:v>0.28716189487734012</c:v>
                </c:pt>
                <c:pt idx="301">
                  <c:v>0.28244240611312815</c:v>
                </c:pt>
                <c:pt idx="302">
                  <c:v>0.31055953385587415</c:v>
                </c:pt>
                <c:pt idx="303">
                  <c:v>0.31337009484500283</c:v>
                </c:pt>
                <c:pt idx="304">
                  <c:v>0.30792583753212954</c:v>
                </c:pt>
                <c:pt idx="305">
                  <c:v>0.31699161651289359</c:v>
                </c:pt>
                <c:pt idx="306">
                  <c:v>0.31885806612090595</c:v>
                </c:pt>
                <c:pt idx="307">
                  <c:v>0.31947048158607577</c:v>
                </c:pt>
                <c:pt idx="308">
                  <c:v>0.31817618427753414</c:v>
                </c:pt>
                <c:pt idx="309">
                  <c:v>0.33579161298275856</c:v>
                </c:pt>
                <c:pt idx="310">
                  <c:v>0.34673652211710532</c:v>
                </c:pt>
                <c:pt idx="311">
                  <c:v>0.34893515770598571</c:v>
                </c:pt>
                <c:pt idx="312">
                  <c:v>0.34750658814765417</c:v>
                </c:pt>
                <c:pt idx="313">
                  <c:v>0.35038816660414007</c:v>
                </c:pt>
                <c:pt idx="314">
                  <c:v>0.32781359323919318</c:v>
                </c:pt>
                <c:pt idx="315">
                  <c:v>0.32031091547088097</c:v>
                </c:pt>
                <c:pt idx="316">
                  <c:v>0.33707543426831471</c:v>
                </c:pt>
                <c:pt idx="317">
                  <c:v>0.31058104160739802</c:v>
                </c:pt>
                <c:pt idx="318">
                  <c:v>0.3018038009381428</c:v>
                </c:pt>
                <c:pt idx="319">
                  <c:v>0.30954256683824855</c:v>
                </c:pt>
                <c:pt idx="320">
                  <c:v>0.31700499876656946</c:v>
                </c:pt>
                <c:pt idx="321">
                  <c:v>0.30892198897982437</c:v>
                </c:pt>
                <c:pt idx="322">
                  <c:v>0.2947624548137025</c:v>
                </c:pt>
                <c:pt idx="323">
                  <c:v>0.29154480337772537</c:v>
                </c:pt>
                <c:pt idx="324">
                  <c:v>0.28802814697683871</c:v>
                </c:pt>
                <c:pt idx="325">
                  <c:v>0.29581943477541767</c:v>
                </c:pt>
                <c:pt idx="326">
                  <c:v>0.28398058523043673</c:v>
                </c:pt>
                <c:pt idx="327">
                  <c:v>0.27650028186681319</c:v>
                </c:pt>
                <c:pt idx="328">
                  <c:v>0.2460538061750116</c:v>
                </c:pt>
                <c:pt idx="329">
                  <c:v>0.24819806939740696</c:v>
                </c:pt>
                <c:pt idx="330">
                  <c:v>0.26114589603692545</c:v>
                </c:pt>
                <c:pt idx="331">
                  <c:v>0.25113366533165626</c:v>
                </c:pt>
                <c:pt idx="332">
                  <c:v>0.23897126278706926</c:v>
                </c:pt>
                <c:pt idx="333">
                  <c:v>0.22392842012033726</c:v>
                </c:pt>
                <c:pt idx="334">
                  <c:v>0.23916468353963077</c:v>
                </c:pt>
                <c:pt idx="335">
                  <c:v>0.24514898450620243</c:v>
                </c:pt>
                <c:pt idx="336">
                  <c:v>0.24965923018062</c:v>
                </c:pt>
                <c:pt idx="337">
                  <c:v>0.2361623842653503</c:v>
                </c:pt>
                <c:pt idx="338">
                  <c:v>0.248458347278734</c:v>
                </c:pt>
                <c:pt idx="339">
                  <c:v>0.25407296832004034</c:v>
                </c:pt>
                <c:pt idx="340">
                  <c:v>0.25142627685650026</c:v>
                </c:pt>
                <c:pt idx="341">
                  <c:v>0.25553767177689141</c:v>
                </c:pt>
                <c:pt idx="342">
                  <c:v>0.249541496293301</c:v>
                </c:pt>
                <c:pt idx="343">
                  <c:v>0.24381189770394243</c:v>
                </c:pt>
                <c:pt idx="344">
                  <c:v>0.25201831099462668</c:v>
                </c:pt>
                <c:pt idx="345">
                  <c:v>0.2529742918122978</c:v>
                </c:pt>
                <c:pt idx="346">
                  <c:v>0.24453626801337047</c:v>
                </c:pt>
                <c:pt idx="347">
                  <c:v>0.2367416701872801</c:v>
                </c:pt>
                <c:pt idx="348">
                  <c:v>0.22751204884289314</c:v>
                </c:pt>
                <c:pt idx="349">
                  <c:v>0.23287478720121499</c:v>
                </c:pt>
                <c:pt idx="350">
                  <c:v>0.2194652984560205</c:v>
                </c:pt>
                <c:pt idx="351">
                  <c:v>0.22245444620597071</c:v>
                </c:pt>
                <c:pt idx="352">
                  <c:v>0.23864295188242712</c:v>
                </c:pt>
                <c:pt idx="353">
                  <c:v>0.23108508970633795</c:v>
                </c:pt>
                <c:pt idx="354">
                  <c:v>0.22291006772756153</c:v>
                </c:pt>
                <c:pt idx="355">
                  <c:v>0.24431906420084873</c:v>
                </c:pt>
                <c:pt idx="356">
                  <c:v>0.2575286297911194</c:v>
                </c:pt>
                <c:pt idx="357">
                  <c:v>0.26497416879929492</c:v>
                </c:pt>
                <c:pt idx="358">
                  <c:v>0.25854223023291223</c:v>
                </c:pt>
                <c:pt idx="359">
                  <c:v>0.26701615599138301</c:v>
                </c:pt>
                <c:pt idx="360">
                  <c:v>0.27312827804924289</c:v>
                </c:pt>
                <c:pt idx="361">
                  <c:v>0.26536983283189325</c:v>
                </c:pt>
                <c:pt idx="362">
                  <c:v>0.26983945257904435</c:v>
                </c:pt>
                <c:pt idx="363">
                  <c:v>0.26991114818731538</c:v>
                </c:pt>
                <c:pt idx="364">
                  <c:v>0.27878521325422589</c:v>
                </c:pt>
                <c:pt idx="365">
                  <c:v>0.28674078212362131</c:v>
                </c:pt>
                <c:pt idx="366">
                  <c:v>0.28339886098750611</c:v>
                </c:pt>
                <c:pt idx="367">
                  <c:v>0.27733037158023544</c:v>
                </c:pt>
                <c:pt idx="368">
                  <c:v>0.25876496802934618</c:v>
                </c:pt>
                <c:pt idx="369">
                  <c:v>0.26796141968275111</c:v>
                </c:pt>
                <c:pt idx="370">
                  <c:v>0.29930074394360195</c:v>
                </c:pt>
                <c:pt idx="371">
                  <c:v>0.30393385600965467</c:v>
                </c:pt>
                <c:pt idx="372">
                  <c:v>0.32340213270996426</c:v>
                </c:pt>
                <c:pt idx="373">
                  <c:v>0.34906482795302823</c:v>
                </c:pt>
                <c:pt idx="374">
                  <c:v>0.33984821885341254</c:v>
                </c:pt>
                <c:pt idx="375">
                  <c:v>0.34441233238485242</c:v>
                </c:pt>
                <c:pt idx="376">
                  <c:v>0.33381271339604557</c:v>
                </c:pt>
                <c:pt idx="377">
                  <c:v>0.34833149521345835</c:v>
                </c:pt>
                <c:pt idx="378">
                  <c:v>0.37798126459008397</c:v>
                </c:pt>
                <c:pt idx="379">
                  <c:v>0.38885072639258783</c:v>
                </c:pt>
                <c:pt idx="380">
                  <c:v>0.40433806337740569</c:v>
                </c:pt>
                <c:pt idx="381">
                  <c:v>0.40371778321825896</c:v>
                </c:pt>
                <c:pt idx="382">
                  <c:v>0.3940007034559399</c:v>
                </c:pt>
                <c:pt idx="383">
                  <c:v>0.39198542870367514</c:v>
                </c:pt>
                <c:pt idx="384">
                  <c:v>0.39928188678277804</c:v>
                </c:pt>
                <c:pt idx="385">
                  <c:v>0.38005403395918769</c:v>
                </c:pt>
                <c:pt idx="386">
                  <c:v>0.39264600721153092</c:v>
                </c:pt>
                <c:pt idx="387">
                  <c:v>0.38794048418109428</c:v>
                </c:pt>
                <c:pt idx="388">
                  <c:v>0.40271761882143198</c:v>
                </c:pt>
                <c:pt idx="389">
                  <c:v>0.39867914033143187</c:v>
                </c:pt>
                <c:pt idx="390">
                  <c:v>0.37888787851654976</c:v>
                </c:pt>
                <c:pt idx="391">
                  <c:v>0.36595910813747057</c:v>
                </c:pt>
                <c:pt idx="392">
                  <c:v>0.38654753899716454</c:v>
                </c:pt>
                <c:pt idx="393">
                  <c:v>0.37263944763625306</c:v>
                </c:pt>
                <c:pt idx="394">
                  <c:v>0.37497521494265046</c:v>
                </c:pt>
                <c:pt idx="395">
                  <c:v>0.3764284597433053</c:v>
                </c:pt>
                <c:pt idx="396">
                  <c:v>0.38019819659492754</c:v>
                </c:pt>
                <c:pt idx="397">
                  <c:v>0.40185585545579172</c:v>
                </c:pt>
                <c:pt idx="398">
                  <c:v>0.46484350567347305</c:v>
                </c:pt>
                <c:pt idx="399">
                  <c:v>0.46497874307107878</c:v>
                </c:pt>
                <c:pt idx="400">
                  <c:v>0.44395708219487928</c:v>
                </c:pt>
                <c:pt idx="401">
                  <c:v>0.45324518429399108</c:v>
                </c:pt>
                <c:pt idx="402">
                  <c:v>0.44331602446218649</c:v>
                </c:pt>
                <c:pt idx="403">
                  <c:v>0.4504044090019903</c:v>
                </c:pt>
                <c:pt idx="404">
                  <c:v>0.42052928805632495</c:v>
                </c:pt>
                <c:pt idx="405">
                  <c:v>0.41601023771961437</c:v>
                </c:pt>
                <c:pt idx="406">
                  <c:v>0.40953378589484091</c:v>
                </c:pt>
                <c:pt idx="407">
                  <c:v>0.40470747985667727</c:v>
                </c:pt>
                <c:pt idx="408">
                  <c:v>0.38551181535058138</c:v>
                </c:pt>
                <c:pt idx="409">
                  <c:v>0.35414284206508578</c:v>
                </c:pt>
                <c:pt idx="410">
                  <c:v>0.26839704957535421</c:v>
                </c:pt>
                <c:pt idx="411">
                  <c:v>0.27301303419381262</c:v>
                </c:pt>
                <c:pt idx="412">
                  <c:v>0.27230070836794518</c:v>
                </c:pt>
                <c:pt idx="413">
                  <c:v>0.2479726429711924</c:v>
                </c:pt>
                <c:pt idx="414">
                  <c:v>0.26163645452223816</c:v>
                </c:pt>
                <c:pt idx="415">
                  <c:v>0.26399116133096018</c:v>
                </c:pt>
                <c:pt idx="416">
                  <c:v>0.26223401651767364</c:v>
                </c:pt>
                <c:pt idx="417">
                  <c:v>0.27322442566700861</c:v>
                </c:pt>
                <c:pt idx="418">
                  <c:v>0.27025295789418058</c:v>
                </c:pt>
                <c:pt idx="419">
                  <c:v>0.27284103982901475</c:v>
                </c:pt>
                <c:pt idx="420">
                  <c:v>0.2766966272888508</c:v>
                </c:pt>
                <c:pt idx="421">
                  <c:v>0.28004167501014193</c:v>
                </c:pt>
                <c:pt idx="422">
                  <c:v>0.27052359046080643</c:v>
                </c:pt>
                <c:pt idx="423">
                  <c:v>0.25669089947881507</c:v>
                </c:pt>
                <c:pt idx="424">
                  <c:v>0.26352841649457071</c:v>
                </c:pt>
                <c:pt idx="425">
                  <c:v>0.26585518016429344</c:v>
                </c:pt>
                <c:pt idx="426">
                  <c:v>0.26750424188717109</c:v>
                </c:pt>
                <c:pt idx="427">
                  <c:v>0.24557942995319543</c:v>
                </c:pt>
                <c:pt idx="428">
                  <c:v>0.24008341231448499</c:v>
                </c:pt>
                <c:pt idx="429">
                  <c:v>0.23254960636449715</c:v>
                </c:pt>
                <c:pt idx="430">
                  <c:v>0.23010421344503049</c:v>
                </c:pt>
                <c:pt idx="431">
                  <c:v>0.21726261196580399</c:v>
                </c:pt>
                <c:pt idx="432">
                  <c:v>0.21046622530311623</c:v>
                </c:pt>
                <c:pt idx="433">
                  <c:v>0.23074827626307065</c:v>
                </c:pt>
                <c:pt idx="434">
                  <c:v>0.230932261571938</c:v>
                </c:pt>
                <c:pt idx="435">
                  <c:v>0.23467983390276528</c:v>
                </c:pt>
                <c:pt idx="436">
                  <c:v>0.23698049865447918</c:v>
                </c:pt>
                <c:pt idx="437">
                  <c:v>0.22691484357655495</c:v>
                </c:pt>
                <c:pt idx="438">
                  <c:v>0.23503892817798788</c:v>
                </c:pt>
                <c:pt idx="439">
                  <c:v>0.23630061092469848</c:v>
                </c:pt>
                <c:pt idx="440">
                  <c:v>0.23581366652903576</c:v>
                </c:pt>
                <c:pt idx="441">
                  <c:v>0.23961325331096914</c:v>
                </c:pt>
                <c:pt idx="442">
                  <c:v>0.24215632506895249</c:v>
                </c:pt>
                <c:pt idx="443">
                  <c:v>0.25678083807204222</c:v>
                </c:pt>
                <c:pt idx="444">
                  <c:v>0.26139410787926093</c:v>
                </c:pt>
                <c:pt idx="445">
                  <c:v>0.25498449416249491</c:v>
                </c:pt>
                <c:pt idx="446">
                  <c:v>0.26272585727700176</c:v>
                </c:pt>
                <c:pt idx="447">
                  <c:v>0.26283771578620746</c:v>
                </c:pt>
                <c:pt idx="448">
                  <c:v>0.24744971948390143</c:v>
                </c:pt>
                <c:pt idx="449">
                  <c:v>0.28344169580751732</c:v>
                </c:pt>
                <c:pt idx="450">
                  <c:v>0.29027616940008855</c:v>
                </c:pt>
                <c:pt idx="451">
                  <c:v>0.28709969245952816</c:v>
                </c:pt>
                <c:pt idx="452">
                  <c:v>0.2812874753864984</c:v>
                </c:pt>
                <c:pt idx="453">
                  <c:v>0.28529137378417158</c:v>
                </c:pt>
                <c:pt idx="454">
                  <c:v>0.28195740393224566</c:v>
                </c:pt>
                <c:pt idx="455">
                  <c:v>0.29642681605697679</c:v>
                </c:pt>
                <c:pt idx="456">
                  <c:v>0.29580821187688189</c:v>
                </c:pt>
                <c:pt idx="457">
                  <c:v>0.28474510027612343</c:v>
                </c:pt>
                <c:pt idx="458">
                  <c:v>0.27389196213432421</c:v>
                </c:pt>
                <c:pt idx="459">
                  <c:v>0.2704337136260509</c:v>
                </c:pt>
                <c:pt idx="460">
                  <c:v>0.2878958749561748</c:v>
                </c:pt>
                <c:pt idx="461">
                  <c:v>0.26041081656022647</c:v>
                </c:pt>
                <c:pt idx="462">
                  <c:v>0.23803124774645068</c:v>
                </c:pt>
                <c:pt idx="463">
                  <c:v>0.23858804697852051</c:v>
                </c:pt>
                <c:pt idx="464">
                  <c:v>0.25018049584771251</c:v>
                </c:pt>
                <c:pt idx="465">
                  <c:v>0.24398284070375306</c:v>
                </c:pt>
                <c:pt idx="466">
                  <c:v>0.24676814609046027</c:v>
                </c:pt>
                <c:pt idx="467">
                  <c:v>0.22836064958717783</c:v>
                </c:pt>
                <c:pt idx="468">
                  <c:v>0.25133609841751503</c:v>
                </c:pt>
                <c:pt idx="469">
                  <c:v>0.26465534398487439</c:v>
                </c:pt>
                <c:pt idx="470">
                  <c:v>0.28081992376350601</c:v>
                </c:pt>
                <c:pt idx="471">
                  <c:v>0.28019477945398086</c:v>
                </c:pt>
                <c:pt idx="472">
                  <c:v>0.26462302066539761</c:v>
                </c:pt>
                <c:pt idx="473">
                  <c:v>0.26489745647574797</c:v>
                </c:pt>
                <c:pt idx="474">
                  <c:v>0.27290897369245631</c:v>
                </c:pt>
                <c:pt idx="475">
                  <c:v>0.28304063536579172</c:v>
                </c:pt>
                <c:pt idx="476">
                  <c:v>0.27584403435186416</c:v>
                </c:pt>
                <c:pt idx="477">
                  <c:v>0.27868398234507474</c:v>
                </c:pt>
                <c:pt idx="478">
                  <c:v>0.3027187104963987</c:v>
                </c:pt>
                <c:pt idx="479">
                  <c:v>0.30475799189394354</c:v>
                </c:pt>
                <c:pt idx="480">
                  <c:v>0.30837199006836918</c:v>
                </c:pt>
                <c:pt idx="481">
                  <c:v>0.31701876122202355</c:v>
                </c:pt>
                <c:pt idx="482">
                  <c:v>0.30538641747915568</c:v>
                </c:pt>
                <c:pt idx="483">
                  <c:v>0.31280994244158983</c:v>
                </c:pt>
                <c:pt idx="484">
                  <c:v>0.31650181015915796</c:v>
                </c:pt>
                <c:pt idx="485">
                  <c:v>0.31510769260151378</c:v>
                </c:pt>
                <c:pt idx="486">
                  <c:v>0.32073428692752776</c:v>
                </c:pt>
                <c:pt idx="487">
                  <c:v>0.30788731111082213</c:v>
                </c:pt>
                <c:pt idx="488">
                  <c:v>0.30926543431678682</c:v>
                </c:pt>
                <c:pt idx="489">
                  <c:v>0.32952374830027975</c:v>
                </c:pt>
                <c:pt idx="490">
                  <c:v>0.31923156787978429</c:v>
                </c:pt>
                <c:pt idx="491">
                  <c:v>0.31520216732657325</c:v>
                </c:pt>
                <c:pt idx="492">
                  <c:v>0.29503032469512697</c:v>
                </c:pt>
                <c:pt idx="493">
                  <c:v>0.31205177029752568</c:v>
                </c:pt>
                <c:pt idx="494">
                  <c:v>0.33251203776290567</c:v>
                </c:pt>
                <c:pt idx="495">
                  <c:v>0.32715572635126927</c:v>
                </c:pt>
                <c:pt idx="496">
                  <c:v>0.32466504307269328</c:v>
                </c:pt>
                <c:pt idx="497">
                  <c:v>0.32834706237737415</c:v>
                </c:pt>
                <c:pt idx="498">
                  <c:v>0.31962822437624405</c:v>
                </c:pt>
                <c:pt idx="499">
                  <c:v>0.31906251741451275</c:v>
                </c:pt>
                <c:pt idx="500">
                  <c:v>0.31980673272620913</c:v>
                </c:pt>
                <c:pt idx="501">
                  <c:v>0.29870629935381948</c:v>
                </c:pt>
                <c:pt idx="502">
                  <c:v>0.29814843913047667</c:v>
                </c:pt>
                <c:pt idx="503">
                  <c:v>0.32050888381112114</c:v>
                </c:pt>
                <c:pt idx="504">
                  <c:v>0.32304006321101664</c:v>
                </c:pt>
                <c:pt idx="505">
                  <c:v>0.28736950236728481</c:v>
                </c:pt>
                <c:pt idx="506">
                  <c:v>0.26593748734819012</c:v>
                </c:pt>
                <c:pt idx="507">
                  <c:v>0.26956860853059594</c:v>
                </c:pt>
                <c:pt idx="508">
                  <c:v>0.27505816759544188</c:v>
                </c:pt>
                <c:pt idx="509">
                  <c:v>0.2731139650554904</c:v>
                </c:pt>
                <c:pt idx="510">
                  <c:v>0.2765229520749839</c:v>
                </c:pt>
                <c:pt idx="511">
                  <c:v>0.28194498377454069</c:v>
                </c:pt>
                <c:pt idx="512">
                  <c:v>0.28049663343478892</c:v>
                </c:pt>
                <c:pt idx="513">
                  <c:v>0.27592435282900823</c:v>
                </c:pt>
                <c:pt idx="514">
                  <c:v>0.2716292773941299</c:v>
                </c:pt>
                <c:pt idx="515">
                  <c:v>0.25274770313275829</c:v>
                </c:pt>
                <c:pt idx="516">
                  <c:v>0.24841270372596658</c:v>
                </c:pt>
                <c:pt idx="517">
                  <c:v>0.25189835773815944</c:v>
                </c:pt>
                <c:pt idx="518">
                  <c:v>0.27742658042235452</c:v>
                </c:pt>
                <c:pt idx="519">
                  <c:v>0.28771118872818902</c:v>
                </c:pt>
                <c:pt idx="520">
                  <c:v>0.29211950076806892</c:v>
                </c:pt>
                <c:pt idx="521">
                  <c:v>0.29281819422801941</c:v>
                </c:pt>
                <c:pt idx="522">
                  <c:v>0.29484773408224763</c:v>
                </c:pt>
                <c:pt idx="523">
                  <c:v>0.31979506618181963</c:v>
                </c:pt>
                <c:pt idx="524">
                  <c:v>0.42093084059003427</c:v>
                </c:pt>
                <c:pt idx="525">
                  <c:v>0.4335619204944523</c:v>
                </c:pt>
                <c:pt idx="526">
                  <c:v>0.43022725862356531</c:v>
                </c:pt>
                <c:pt idx="527">
                  <c:v>0.42619801779512051</c:v>
                </c:pt>
                <c:pt idx="528">
                  <c:v>0.42721694334983318</c:v>
                </c:pt>
                <c:pt idx="529">
                  <c:v>0.4296667838379053</c:v>
                </c:pt>
                <c:pt idx="530">
                  <c:v>0.4151376199501795</c:v>
                </c:pt>
                <c:pt idx="531">
                  <c:v>0.4051907879333444</c:v>
                </c:pt>
                <c:pt idx="532">
                  <c:v>0.39595088125074979</c:v>
                </c:pt>
                <c:pt idx="533">
                  <c:v>0.39254713269618013</c:v>
                </c:pt>
                <c:pt idx="534">
                  <c:v>0.38520212493624745</c:v>
                </c:pt>
                <c:pt idx="535">
                  <c:v>0.36814524455378494</c:v>
                </c:pt>
                <c:pt idx="536">
                  <c:v>0.24291397652689692</c:v>
                </c:pt>
                <c:pt idx="537">
                  <c:v>0.2295223621013093</c:v>
                </c:pt>
                <c:pt idx="538">
                  <c:v>0.22334605515869241</c:v>
                </c:pt>
                <c:pt idx="539">
                  <c:v>0.23055238241316905</c:v>
                </c:pt>
                <c:pt idx="540">
                  <c:v>0.22717705806617761</c:v>
                </c:pt>
                <c:pt idx="541">
                  <c:v>0.25382129874922071</c:v>
                </c:pt>
                <c:pt idx="542">
                  <c:v>0.25232948286522938</c:v>
                </c:pt>
                <c:pt idx="543">
                  <c:v>0.25385086031416859</c:v>
                </c:pt>
                <c:pt idx="544">
                  <c:v>0.24565035366750335</c:v>
                </c:pt>
                <c:pt idx="545">
                  <c:v>0.25136771842613131</c:v>
                </c:pt>
                <c:pt idx="546">
                  <c:v>0.25806441470816421</c:v>
                </c:pt>
                <c:pt idx="547">
                  <c:v>0.24791518233597964</c:v>
                </c:pt>
                <c:pt idx="548">
                  <c:v>0.25174575474342875</c:v>
                </c:pt>
                <c:pt idx="549">
                  <c:v>0.24216260865176631</c:v>
                </c:pt>
                <c:pt idx="550">
                  <c:v>0.24874919265455694</c:v>
                </c:pt>
                <c:pt idx="551">
                  <c:v>0.24957578525311783</c:v>
                </c:pt>
                <c:pt idx="552">
                  <c:v>0.31167552910911334</c:v>
                </c:pt>
                <c:pt idx="553">
                  <c:v>0.28664848731019638</c:v>
                </c:pt>
                <c:pt idx="554">
                  <c:v>0.30319585715922726</c:v>
                </c:pt>
                <c:pt idx="555">
                  <c:v>0.316845279652192</c:v>
                </c:pt>
                <c:pt idx="556">
                  <c:v>0.33633714954746757</c:v>
                </c:pt>
                <c:pt idx="557">
                  <c:v>0.34515603454174582</c:v>
                </c:pt>
                <c:pt idx="558">
                  <c:v>0.34368552144128867</c:v>
                </c:pt>
                <c:pt idx="559">
                  <c:v>0.35154874045353263</c:v>
                </c:pt>
                <c:pt idx="560">
                  <c:v>0.3430189740506881</c:v>
                </c:pt>
                <c:pt idx="561">
                  <c:v>0.34360795976602881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B4-40E6-BDC8-51E6BDC654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Energía</c:v>
                </c:pt>
              </c:strCache>
            </c:strRef>
          </c:tx>
          <c:spPr>
            <a:ln w="22225" cap="flat">
              <a:solidFill>
                <a:srgbClr val="3E8E6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Sheet1!$A$2:$A$563</c:f>
              <c:strCache>
                <c:ptCount val="562"/>
                <c:pt idx="0">
                  <c:v>2015-03</c:v>
                </c:pt>
                <c:pt idx="1">
                  <c:v>2015-04</c:v>
                </c:pt>
                <c:pt idx="2">
                  <c:v>2015-04</c:v>
                </c:pt>
                <c:pt idx="3">
                  <c:v>2015-04</c:v>
                </c:pt>
                <c:pt idx="4">
                  <c:v>2015-04</c:v>
                </c:pt>
                <c:pt idx="5">
                  <c:v>2015-04</c:v>
                </c:pt>
                <c:pt idx="6">
                  <c:v>2015-05</c:v>
                </c:pt>
                <c:pt idx="7">
                  <c:v>2015-05</c:v>
                </c:pt>
                <c:pt idx="8">
                  <c:v>2015-05</c:v>
                </c:pt>
                <c:pt idx="9">
                  <c:v>2015-05</c:v>
                </c:pt>
                <c:pt idx="10">
                  <c:v>2015-06</c:v>
                </c:pt>
                <c:pt idx="11">
                  <c:v>2015-06</c:v>
                </c:pt>
                <c:pt idx="12">
                  <c:v>2015-06</c:v>
                </c:pt>
                <c:pt idx="13">
                  <c:v>2015-06</c:v>
                </c:pt>
                <c:pt idx="14">
                  <c:v>2015-07</c:v>
                </c:pt>
                <c:pt idx="15">
                  <c:v>2015-07</c:v>
                </c:pt>
                <c:pt idx="16">
                  <c:v>2015-07</c:v>
                </c:pt>
                <c:pt idx="17">
                  <c:v>2015-07</c:v>
                </c:pt>
                <c:pt idx="18">
                  <c:v>2015-07</c:v>
                </c:pt>
                <c:pt idx="19">
                  <c:v>2015-08</c:v>
                </c:pt>
                <c:pt idx="20">
                  <c:v>2015-08</c:v>
                </c:pt>
                <c:pt idx="21">
                  <c:v>2015-08</c:v>
                </c:pt>
                <c:pt idx="22">
                  <c:v>2015-08</c:v>
                </c:pt>
                <c:pt idx="23">
                  <c:v>2015-09</c:v>
                </c:pt>
                <c:pt idx="24">
                  <c:v>2015-09</c:v>
                </c:pt>
                <c:pt idx="25">
                  <c:v>2015-09</c:v>
                </c:pt>
                <c:pt idx="26">
                  <c:v>2015-09</c:v>
                </c:pt>
                <c:pt idx="27">
                  <c:v>2015-10</c:v>
                </c:pt>
                <c:pt idx="28">
                  <c:v>2015-10</c:v>
                </c:pt>
                <c:pt idx="29">
                  <c:v>2015-10</c:v>
                </c:pt>
                <c:pt idx="30">
                  <c:v>2015-10</c:v>
                </c:pt>
                <c:pt idx="31">
                  <c:v>2015-10</c:v>
                </c:pt>
                <c:pt idx="32">
                  <c:v>2015-11</c:v>
                </c:pt>
                <c:pt idx="33">
                  <c:v>2015-11</c:v>
                </c:pt>
                <c:pt idx="34">
                  <c:v>2015-11</c:v>
                </c:pt>
                <c:pt idx="35">
                  <c:v>2015-11</c:v>
                </c:pt>
                <c:pt idx="36">
                  <c:v>2015-12</c:v>
                </c:pt>
                <c:pt idx="37">
                  <c:v>2015-12</c:v>
                </c:pt>
                <c:pt idx="38">
                  <c:v>2015-12</c:v>
                </c:pt>
                <c:pt idx="39">
                  <c:v>2015-12</c:v>
                </c:pt>
                <c:pt idx="40">
                  <c:v>2015-12</c:v>
                </c:pt>
                <c:pt idx="41">
                  <c:v>2016-01</c:v>
                </c:pt>
                <c:pt idx="42">
                  <c:v>2016-01</c:v>
                </c:pt>
                <c:pt idx="43">
                  <c:v>2016-01</c:v>
                </c:pt>
                <c:pt idx="44">
                  <c:v>2016-01</c:v>
                </c:pt>
                <c:pt idx="45">
                  <c:v>2016-02</c:v>
                </c:pt>
                <c:pt idx="46">
                  <c:v>2016-02</c:v>
                </c:pt>
                <c:pt idx="47">
                  <c:v>2016-02</c:v>
                </c:pt>
                <c:pt idx="48">
                  <c:v>2016-02</c:v>
                </c:pt>
                <c:pt idx="49">
                  <c:v>2016-03</c:v>
                </c:pt>
                <c:pt idx="50">
                  <c:v>2016-03</c:v>
                </c:pt>
                <c:pt idx="51">
                  <c:v>2016-03</c:v>
                </c:pt>
                <c:pt idx="52">
                  <c:v>2016-03</c:v>
                </c:pt>
                <c:pt idx="53">
                  <c:v>2016-03</c:v>
                </c:pt>
                <c:pt idx="54">
                  <c:v>2016-04</c:v>
                </c:pt>
                <c:pt idx="55">
                  <c:v>2016-04</c:v>
                </c:pt>
                <c:pt idx="56">
                  <c:v>2016-04</c:v>
                </c:pt>
                <c:pt idx="57">
                  <c:v>2016-04</c:v>
                </c:pt>
                <c:pt idx="58">
                  <c:v>2016-05</c:v>
                </c:pt>
                <c:pt idx="59">
                  <c:v>2016-05</c:v>
                </c:pt>
                <c:pt idx="60">
                  <c:v>2016-05</c:v>
                </c:pt>
                <c:pt idx="61">
                  <c:v>2016-05</c:v>
                </c:pt>
                <c:pt idx="62">
                  <c:v>2016-06</c:v>
                </c:pt>
                <c:pt idx="63">
                  <c:v>2016-06</c:v>
                </c:pt>
                <c:pt idx="64">
                  <c:v>2016-06</c:v>
                </c:pt>
                <c:pt idx="65">
                  <c:v>2016-06</c:v>
                </c:pt>
                <c:pt idx="66">
                  <c:v>2016-06</c:v>
                </c:pt>
                <c:pt idx="67">
                  <c:v>2016-07</c:v>
                </c:pt>
                <c:pt idx="68">
                  <c:v>2016-07</c:v>
                </c:pt>
                <c:pt idx="69">
                  <c:v>2016-07</c:v>
                </c:pt>
                <c:pt idx="70">
                  <c:v>2016-07</c:v>
                </c:pt>
                <c:pt idx="71">
                  <c:v>2016-08</c:v>
                </c:pt>
                <c:pt idx="72">
                  <c:v>2016-08</c:v>
                </c:pt>
                <c:pt idx="73">
                  <c:v>2016-08</c:v>
                </c:pt>
                <c:pt idx="74">
                  <c:v>2016-08</c:v>
                </c:pt>
                <c:pt idx="75">
                  <c:v>2016-09</c:v>
                </c:pt>
                <c:pt idx="76">
                  <c:v>2016-09</c:v>
                </c:pt>
                <c:pt idx="77">
                  <c:v>2016-09</c:v>
                </c:pt>
                <c:pt idx="78">
                  <c:v>2016-09</c:v>
                </c:pt>
                <c:pt idx="79">
                  <c:v>2016-09</c:v>
                </c:pt>
                <c:pt idx="80">
                  <c:v>2016-10</c:v>
                </c:pt>
                <c:pt idx="81">
                  <c:v>2016-10</c:v>
                </c:pt>
                <c:pt idx="82">
                  <c:v>2016-10</c:v>
                </c:pt>
                <c:pt idx="83">
                  <c:v>2016-10</c:v>
                </c:pt>
                <c:pt idx="84">
                  <c:v>2016-11</c:v>
                </c:pt>
                <c:pt idx="85">
                  <c:v>2016-11</c:v>
                </c:pt>
                <c:pt idx="86">
                  <c:v>2016-11</c:v>
                </c:pt>
                <c:pt idx="87">
                  <c:v>2016-11</c:v>
                </c:pt>
                <c:pt idx="88">
                  <c:v>2016-12</c:v>
                </c:pt>
                <c:pt idx="89">
                  <c:v>2016-12</c:v>
                </c:pt>
                <c:pt idx="90">
                  <c:v>2016-12</c:v>
                </c:pt>
                <c:pt idx="91">
                  <c:v>2016-12</c:v>
                </c:pt>
                <c:pt idx="92">
                  <c:v>2016-12</c:v>
                </c:pt>
                <c:pt idx="93">
                  <c:v>2017-01</c:v>
                </c:pt>
                <c:pt idx="94">
                  <c:v>2017-01</c:v>
                </c:pt>
                <c:pt idx="95">
                  <c:v>2017-01</c:v>
                </c:pt>
                <c:pt idx="96">
                  <c:v>2017-01</c:v>
                </c:pt>
                <c:pt idx="97">
                  <c:v>2017-02</c:v>
                </c:pt>
                <c:pt idx="98">
                  <c:v>2017-02</c:v>
                </c:pt>
                <c:pt idx="99">
                  <c:v>2017-02</c:v>
                </c:pt>
                <c:pt idx="100">
                  <c:v>2017-02</c:v>
                </c:pt>
                <c:pt idx="101">
                  <c:v>2017-03</c:v>
                </c:pt>
                <c:pt idx="102">
                  <c:v>2017-03</c:v>
                </c:pt>
                <c:pt idx="103">
                  <c:v>2017-03</c:v>
                </c:pt>
                <c:pt idx="104">
                  <c:v>2017-03</c:v>
                </c:pt>
                <c:pt idx="105">
                  <c:v>2017-03</c:v>
                </c:pt>
                <c:pt idx="106">
                  <c:v>2017-04</c:v>
                </c:pt>
                <c:pt idx="107">
                  <c:v>2017-04</c:v>
                </c:pt>
                <c:pt idx="108">
                  <c:v>2017-04</c:v>
                </c:pt>
                <c:pt idx="109">
                  <c:v>2017-04</c:v>
                </c:pt>
                <c:pt idx="110">
                  <c:v>2017-05</c:v>
                </c:pt>
                <c:pt idx="111">
                  <c:v>2017-05</c:v>
                </c:pt>
                <c:pt idx="112">
                  <c:v>2017-05</c:v>
                </c:pt>
                <c:pt idx="113">
                  <c:v>2017-05</c:v>
                </c:pt>
                <c:pt idx="114">
                  <c:v>2017-06</c:v>
                </c:pt>
                <c:pt idx="115">
                  <c:v>2017-06</c:v>
                </c:pt>
                <c:pt idx="116">
                  <c:v>2017-06</c:v>
                </c:pt>
                <c:pt idx="117">
                  <c:v>2017-06</c:v>
                </c:pt>
                <c:pt idx="118">
                  <c:v>2017-06</c:v>
                </c:pt>
                <c:pt idx="119">
                  <c:v>2017-07</c:v>
                </c:pt>
                <c:pt idx="120">
                  <c:v>2017-07</c:v>
                </c:pt>
                <c:pt idx="121">
                  <c:v>2017-07</c:v>
                </c:pt>
                <c:pt idx="122">
                  <c:v>2017-07</c:v>
                </c:pt>
                <c:pt idx="123">
                  <c:v>2017-08</c:v>
                </c:pt>
                <c:pt idx="124">
                  <c:v>2017-08</c:v>
                </c:pt>
                <c:pt idx="125">
                  <c:v>2017-08</c:v>
                </c:pt>
                <c:pt idx="126">
                  <c:v>2017-08</c:v>
                </c:pt>
                <c:pt idx="127">
                  <c:v>2017-08</c:v>
                </c:pt>
                <c:pt idx="128">
                  <c:v>2017-09</c:v>
                </c:pt>
                <c:pt idx="129">
                  <c:v>2017-09</c:v>
                </c:pt>
                <c:pt idx="130">
                  <c:v>2017-09</c:v>
                </c:pt>
                <c:pt idx="131">
                  <c:v>2017-09</c:v>
                </c:pt>
                <c:pt idx="132">
                  <c:v>2017-10</c:v>
                </c:pt>
                <c:pt idx="133">
                  <c:v>2017-10</c:v>
                </c:pt>
                <c:pt idx="134">
                  <c:v>2017-10</c:v>
                </c:pt>
                <c:pt idx="135">
                  <c:v>2017-10</c:v>
                </c:pt>
                <c:pt idx="136">
                  <c:v>2017-11</c:v>
                </c:pt>
                <c:pt idx="137">
                  <c:v>2017-11</c:v>
                </c:pt>
                <c:pt idx="138">
                  <c:v>2017-11</c:v>
                </c:pt>
                <c:pt idx="139">
                  <c:v>2017-11</c:v>
                </c:pt>
                <c:pt idx="140">
                  <c:v>2017-11</c:v>
                </c:pt>
                <c:pt idx="141">
                  <c:v>2017-12</c:v>
                </c:pt>
                <c:pt idx="142">
                  <c:v>2017-12</c:v>
                </c:pt>
                <c:pt idx="143">
                  <c:v>2017-12</c:v>
                </c:pt>
                <c:pt idx="144">
                  <c:v>2017-12</c:v>
                </c:pt>
                <c:pt idx="145">
                  <c:v>2018-01</c:v>
                </c:pt>
                <c:pt idx="146">
                  <c:v>2018-01</c:v>
                </c:pt>
                <c:pt idx="147">
                  <c:v>2018-01</c:v>
                </c:pt>
                <c:pt idx="148">
                  <c:v>2018-01</c:v>
                </c:pt>
                <c:pt idx="149">
                  <c:v>2018-02</c:v>
                </c:pt>
                <c:pt idx="150">
                  <c:v>2018-02</c:v>
                </c:pt>
                <c:pt idx="151">
                  <c:v>2018-02</c:v>
                </c:pt>
                <c:pt idx="152">
                  <c:v>2018-02</c:v>
                </c:pt>
                <c:pt idx="153">
                  <c:v>2018-03</c:v>
                </c:pt>
                <c:pt idx="154">
                  <c:v>2018-03</c:v>
                </c:pt>
                <c:pt idx="155">
                  <c:v>2018-03</c:v>
                </c:pt>
                <c:pt idx="156">
                  <c:v>2018-03</c:v>
                </c:pt>
                <c:pt idx="157">
                  <c:v>2018-03</c:v>
                </c:pt>
                <c:pt idx="158">
                  <c:v>2018-04</c:v>
                </c:pt>
                <c:pt idx="159">
                  <c:v>2018-04</c:v>
                </c:pt>
                <c:pt idx="160">
                  <c:v>2018-04</c:v>
                </c:pt>
                <c:pt idx="161">
                  <c:v>2018-04</c:v>
                </c:pt>
                <c:pt idx="162">
                  <c:v>2018-05</c:v>
                </c:pt>
                <c:pt idx="163">
                  <c:v>2018-05</c:v>
                </c:pt>
                <c:pt idx="164">
                  <c:v>2018-05</c:v>
                </c:pt>
                <c:pt idx="165">
                  <c:v>2018-05</c:v>
                </c:pt>
                <c:pt idx="166">
                  <c:v>2018-05</c:v>
                </c:pt>
                <c:pt idx="167">
                  <c:v>2018-06</c:v>
                </c:pt>
                <c:pt idx="168">
                  <c:v>2018-06</c:v>
                </c:pt>
                <c:pt idx="169">
                  <c:v>2018-06</c:v>
                </c:pt>
                <c:pt idx="170">
                  <c:v>2018-06</c:v>
                </c:pt>
                <c:pt idx="171">
                  <c:v>2018-07</c:v>
                </c:pt>
                <c:pt idx="172">
                  <c:v>2018-07</c:v>
                </c:pt>
                <c:pt idx="173">
                  <c:v>2018-07</c:v>
                </c:pt>
                <c:pt idx="174">
                  <c:v>2018-07</c:v>
                </c:pt>
                <c:pt idx="175">
                  <c:v>2018-08</c:v>
                </c:pt>
                <c:pt idx="176">
                  <c:v>2018-08</c:v>
                </c:pt>
                <c:pt idx="177">
                  <c:v>2018-08</c:v>
                </c:pt>
                <c:pt idx="178">
                  <c:v>2018-08</c:v>
                </c:pt>
                <c:pt idx="179">
                  <c:v>2018-08</c:v>
                </c:pt>
                <c:pt idx="180">
                  <c:v>2018-09</c:v>
                </c:pt>
                <c:pt idx="181">
                  <c:v>2018-09</c:v>
                </c:pt>
                <c:pt idx="182">
                  <c:v>2018-09</c:v>
                </c:pt>
                <c:pt idx="183">
                  <c:v>2018-09</c:v>
                </c:pt>
                <c:pt idx="184">
                  <c:v>2018-10</c:v>
                </c:pt>
                <c:pt idx="185">
                  <c:v>2018-10</c:v>
                </c:pt>
                <c:pt idx="186">
                  <c:v>2018-10</c:v>
                </c:pt>
                <c:pt idx="187">
                  <c:v>2018-10</c:v>
                </c:pt>
                <c:pt idx="188">
                  <c:v>2018-11</c:v>
                </c:pt>
                <c:pt idx="189">
                  <c:v>2018-11</c:v>
                </c:pt>
                <c:pt idx="190">
                  <c:v>2018-11</c:v>
                </c:pt>
                <c:pt idx="191">
                  <c:v>2018-11</c:v>
                </c:pt>
                <c:pt idx="192">
                  <c:v>2018-11</c:v>
                </c:pt>
                <c:pt idx="193">
                  <c:v>2018-12</c:v>
                </c:pt>
                <c:pt idx="194">
                  <c:v>2018-12</c:v>
                </c:pt>
                <c:pt idx="195">
                  <c:v>2018-12</c:v>
                </c:pt>
                <c:pt idx="196">
                  <c:v>2018-12</c:v>
                </c:pt>
                <c:pt idx="197">
                  <c:v>2019-01</c:v>
                </c:pt>
                <c:pt idx="198">
                  <c:v>2019-01</c:v>
                </c:pt>
                <c:pt idx="199">
                  <c:v>2019-01</c:v>
                </c:pt>
                <c:pt idx="200">
                  <c:v>2019-01</c:v>
                </c:pt>
                <c:pt idx="201">
                  <c:v>2019-01</c:v>
                </c:pt>
                <c:pt idx="202">
                  <c:v>2019-02</c:v>
                </c:pt>
                <c:pt idx="203">
                  <c:v>2019-02</c:v>
                </c:pt>
                <c:pt idx="204">
                  <c:v>2019-02</c:v>
                </c:pt>
                <c:pt idx="205">
                  <c:v>2019-02</c:v>
                </c:pt>
                <c:pt idx="206">
                  <c:v>2019-03</c:v>
                </c:pt>
                <c:pt idx="207">
                  <c:v>2019-03</c:v>
                </c:pt>
                <c:pt idx="208">
                  <c:v>2019-03</c:v>
                </c:pt>
                <c:pt idx="209">
                  <c:v>2019-03</c:v>
                </c:pt>
                <c:pt idx="210">
                  <c:v>2019-04</c:v>
                </c:pt>
                <c:pt idx="211">
                  <c:v>2019-04</c:v>
                </c:pt>
                <c:pt idx="212">
                  <c:v>2019-04</c:v>
                </c:pt>
                <c:pt idx="213">
                  <c:v>2019-04</c:v>
                </c:pt>
                <c:pt idx="214">
                  <c:v>2019-05</c:v>
                </c:pt>
                <c:pt idx="215">
                  <c:v>2019-05</c:v>
                </c:pt>
                <c:pt idx="216">
                  <c:v>2019-05</c:v>
                </c:pt>
                <c:pt idx="217">
                  <c:v>2019-05</c:v>
                </c:pt>
                <c:pt idx="218">
                  <c:v>2019-05</c:v>
                </c:pt>
                <c:pt idx="219">
                  <c:v>2019-06</c:v>
                </c:pt>
                <c:pt idx="220">
                  <c:v>2019-06</c:v>
                </c:pt>
                <c:pt idx="221">
                  <c:v>2019-06</c:v>
                </c:pt>
                <c:pt idx="222">
                  <c:v>2019-06</c:v>
                </c:pt>
                <c:pt idx="223">
                  <c:v>2019-07</c:v>
                </c:pt>
                <c:pt idx="224">
                  <c:v>2019-07</c:v>
                </c:pt>
                <c:pt idx="225">
                  <c:v>2019-07</c:v>
                </c:pt>
                <c:pt idx="226">
                  <c:v>2019-07</c:v>
                </c:pt>
                <c:pt idx="227">
                  <c:v>2019-08</c:v>
                </c:pt>
                <c:pt idx="228">
                  <c:v>2019-08</c:v>
                </c:pt>
                <c:pt idx="229">
                  <c:v>2019-08</c:v>
                </c:pt>
                <c:pt idx="230">
                  <c:v>2019-08</c:v>
                </c:pt>
                <c:pt idx="231">
                  <c:v>2019-08</c:v>
                </c:pt>
                <c:pt idx="232">
                  <c:v>2019-09</c:v>
                </c:pt>
                <c:pt idx="233">
                  <c:v>2019-09</c:v>
                </c:pt>
                <c:pt idx="234">
                  <c:v>2019-09</c:v>
                </c:pt>
                <c:pt idx="235">
                  <c:v>2019-09</c:v>
                </c:pt>
                <c:pt idx="236">
                  <c:v>2019-10</c:v>
                </c:pt>
                <c:pt idx="237">
                  <c:v>2019-10</c:v>
                </c:pt>
                <c:pt idx="238">
                  <c:v>2019-10</c:v>
                </c:pt>
                <c:pt idx="239">
                  <c:v>2019-10</c:v>
                </c:pt>
                <c:pt idx="240">
                  <c:v>2019-10</c:v>
                </c:pt>
                <c:pt idx="241">
                  <c:v>2019-11</c:v>
                </c:pt>
                <c:pt idx="242">
                  <c:v>2019-11</c:v>
                </c:pt>
                <c:pt idx="243">
                  <c:v>2019-11</c:v>
                </c:pt>
                <c:pt idx="244">
                  <c:v>2019-11</c:v>
                </c:pt>
                <c:pt idx="245">
                  <c:v>2019-12</c:v>
                </c:pt>
                <c:pt idx="246">
                  <c:v>2019-12</c:v>
                </c:pt>
                <c:pt idx="247">
                  <c:v>2019-12</c:v>
                </c:pt>
                <c:pt idx="248">
                  <c:v>2019-12</c:v>
                </c:pt>
                <c:pt idx="249">
                  <c:v>2020-01</c:v>
                </c:pt>
                <c:pt idx="250">
                  <c:v>2020-01</c:v>
                </c:pt>
                <c:pt idx="251">
                  <c:v>2020-01</c:v>
                </c:pt>
                <c:pt idx="252">
                  <c:v>2020-01</c:v>
                </c:pt>
                <c:pt idx="253">
                  <c:v>2020-01</c:v>
                </c:pt>
                <c:pt idx="254">
                  <c:v>2020-02</c:v>
                </c:pt>
                <c:pt idx="255">
                  <c:v>2020-02</c:v>
                </c:pt>
                <c:pt idx="256">
                  <c:v>2020-02</c:v>
                </c:pt>
                <c:pt idx="257">
                  <c:v>2020-02</c:v>
                </c:pt>
                <c:pt idx="258">
                  <c:v>2020-03</c:v>
                </c:pt>
                <c:pt idx="259">
                  <c:v>2020-03</c:v>
                </c:pt>
                <c:pt idx="260">
                  <c:v>2020-03</c:v>
                </c:pt>
                <c:pt idx="261">
                  <c:v>2020-03</c:v>
                </c:pt>
                <c:pt idx="262">
                  <c:v>2020-04</c:v>
                </c:pt>
                <c:pt idx="263">
                  <c:v>2020-04</c:v>
                </c:pt>
                <c:pt idx="264">
                  <c:v>2020-04</c:v>
                </c:pt>
                <c:pt idx="265">
                  <c:v>2020-04</c:v>
                </c:pt>
                <c:pt idx="266">
                  <c:v>2020-04</c:v>
                </c:pt>
                <c:pt idx="267">
                  <c:v>2020-05</c:v>
                </c:pt>
                <c:pt idx="268">
                  <c:v>2020-05</c:v>
                </c:pt>
                <c:pt idx="269">
                  <c:v>2020-05</c:v>
                </c:pt>
                <c:pt idx="270">
                  <c:v>2020-05</c:v>
                </c:pt>
                <c:pt idx="271">
                  <c:v>2020-06</c:v>
                </c:pt>
                <c:pt idx="272">
                  <c:v>2020-06</c:v>
                </c:pt>
                <c:pt idx="273">
                  <c:v>2020-06</c:v>
                </c:pt>
                <c:pt idx="274">
                  <c:v>2020-06</c:v>
                </c:pt>
                <c:pt idx="275">
                  <c:v>2020-07</c:v>
                </c:pt>
                <c:pt idx="276">
                  <c:v>2020-07</c:v>
                </c:pt>
                <c:pt idx="277">
                  <c:v>2020-07</c:v>
                </c:pt>
                <c:pt idx="278">
                  <c:v>2020-07</c:v>
                </c:pt>
                <c:pt idx="279">
                  <c:v>2020-07</c:v>
                </c:pt>
                <c:pt idx="280">
                  <c:v>2020-08</c:v>
                </c:pt>
                <c:pt idx="281">
                  <c:v>2020-08</c:v>
                </c:pt>
                <c:pt idx="282">
                  <c:v>2020-08</c:v>
                </c:pt>
                <c:pt idx="283">
                  <c:v>2020-08</c:v>
                </c:pt>
                <c:pt idx="284">
                  <c:v>2020-09</c:v>
                </c:pt>
                <c:pt idx="285">
                  <c:v>2020-09</c:v>
                </c:pt>
                <c:pt idx="286">
                  <c:v>2020-09</c:v>
                </c:pt>
                <c:pt idx="287">
                  <c:v>2020-09</c:v>
                </c:pt>
                <c:pt idx="288">
                  <c:v>2020-10</c:v>
                </c:pt>
                <c:pt idx="289">
                  <c:v>2020-10</c:v>
                </c:pt>
                <c:pt idx="290">
                  <c:v>2020-10</c:v>
                </c:pt>
                <c:pt idx="291">
                  <c:v>2020-10</c:v>
                </c:pt>
                <c:pt idx="292">
                  <c:v>2020-10</c:v>
                </c:pt>
                <c:pt idx="293">
                  <c:v>2020-11</c:v>
                </c:pt>
                <c:pt idx="294">
                  <c:v>2020-11</c:v>
                </c:pt>
                <c:pt idx="295">
                  <c:v>2020-11</c:v>
                </c:pt>
                <c:pt idx="296">
                  <c:v>2020-11</c:v>
                </c:pt>
                <c:pt idx="297">
                  <c:v>2020-12</c:v>
                </c:pt>
                <c:pt idx="298">
                  <c:v>2020-12</c:v>
                </c:pt>
                <c:pt idx="299">
                  <c:v>2020-12</c:v>
                </c:pt>
                <c:pt idx="300">
                  <c:v>2020-12</c:v>
                </c:pt>
                <c:pt idx="301">
                  <c:v>2020-12</c:v>
                </c:pt>
                <c:pt idx="302">
                  <c:v>2021-01</c:v>
                </c:pt>
                <c:pt idx="303">
                  <c:v>2021-01</c:v>
                </c:pt>
                <c:pt idx="304">
                  <c:v>2021-01</c:v>
                </c:pt>
                <c:pt idx="305">
                  <c:v>2021-01</c:v>
                </c:pt>
                <c:pt idx="306">
                  <c:v>2021-02</c:v>
                </c:pt>
                <c:pt idx="307">
                  <c:v>2021-02</c:v>
                </c:pt>
                <c:pt idx="308">
                  <c:v>2021-02</c:v>
                </c:pt>
                <c:pt idx="309">
                  <c:v>2021-02</c:v>
                </c:pt>
                <c:pt idx="310">
                  <c:v>2021-03</c:v>
                </c:pt>
                <c:pt idx="311">
                  <c:v>2021-03</c:v>
                </c:pt>
                <c:pt idx="312">
                  <c:v>2021-03</c:v>
                </c:pt>
                <c:pt idx="313">
                  <c:v>2021-03</c:v>
                </c:pt>
                <c:pt idx="314">
                  <c:v>2021-04</c:v>
                </c:pt>
                <c:pt idx="315">
                  <c:v>2021-04</c:v>
                </c:pt>
                <c:pt idx="316">
                  <c:v>2021-04</c:v>
                </c:pt>
                <c:pt idx="317">
                  <c:v>2021-04</c:v>
                </c:pt>
                <c:pt idx="318">
                  <c:v>2021-04</c:v>
                </c:pt>
                <c:pt idx="319">
                  <c:v>2021-05</c:v>
                </c:pt>
                <c:pt idx="320">
                  <c:v>2021-05</c:v>
                </c:pt>
                <c:pt idx="321">
                  <c:v>2021-05</c:v>
                </c:pt>
                <c:pt idx="322">
                  <c:v>2021-05</c:v>
                </c:pt>
                <c:pt idx="323">
                  <c:v>2021-06</c:v>
                </c:pt>
                <c:pt idx="324">
                  <c:v>2021-06</c:v>
                </c:pt>
                <c:pt idx="325">
                  <c:v>2021-06</c:v>
                </c:pt>
                <c:pt idx="326">
                  <c:v>2021-06</c:v>
                </c:pt>
                <c:pt idx="327">
                  <c:v>2021-07</c:v>
                </c:pt>
                <c:pt idx="328">
                  <c:v>2021-07</c:v>
                </c:pt>
                <c:pt idx="329">
                  <c:v>2021-07</c:v>
                </c:pt>
                <c:pt idx="330">
                  <c:v>2021-07</c:v>
                </c:pt>
                <c:pt idx="331">
                  <c:v>2021-07</c:v>
                </c:pt>
                <c:pt idx="332">
                  <c:v>2021-08</c:v>
                </c:pt>
                <c:pt idx="333">
                  <c:v>2021-08</c:v>
                </c:pt>
                <c:pt idx="334">
                  <c:v>2021-08</c:v>
                </c:pt>
                <c:pt idx="335">
                  <c:v>2021-08</c:v>
                </c:pt>
                <c:pt idx="336">
                  <c:v>2021-09</c:v>
                </c:pt>
                <c:pt idx="337">
                  <c:v>2021-09</c:v>
                </c:pt>
                <c:pt idx="338">
                  <c:v>2021-09</c:v>
                </c:pt>
                <c:pt idx="339">
                  <c:v>2021-09</c:v>
                </c:pt>
                <c:pt idx="340">
                  <c:v>2021-09</c:v>
                </c:pt>
                <c:pt idx="341">
                  <c:v>2021-10</c:v>
                </c:pt>
                <c:pt idx="342">
                  <c:v>2021-10</c:v>
                </c:pt>
                <c:pt idx="343">
                  <c:v>2021-10</c:v>
                </c:pt>
                <c:pt idx="344">
                  <c:v>2021-10</c:v>
                </c:pt>
                <c:pt idx="345">
                  <c:v>2021-11</c:v>
                </c:pt>
                <c:pt idx="346">
                  <c:v>2021-11</c:v>
                </c:pt>
                <c:pt idx="347">
                  <c:v>2021-11</c:v>
                </c:pt>
                <c:pt idx="348">
                  <c:v>2021-11</c:v>
                </c:pt>
                <c:pt idx="349">
                  <c:v>2021-12</c:v>
                </c:pt>
                <c:pt idx="350">
                  <c:v>2021-12</c:v>
                </c:pt>
                <c:pt idx="351">
                  <c:v>2021-12</c:v>
                </c:pt>
                <c:pt idx="352">
                  <c:v>2021-12</c:v>
                </c:pt>
                <c:pt idx="353">
                  <c:v>2021-12</c:v>
                </c:pt>
                <c:pt idx="354">
                  <c:v>2022-01</c:v>
                </c:pt>
                <c:pt idx="355">
                  <c:v>2022-01</c:v>
                </c:pt>
                <c:pt idx="356">
                  <c:v>2022-01</c:v>
                </c:pt>
                <c:pt idx="357">
                  <c:v>2022-01</c:v>
                </c:pt>
                <c:pt idx="358">
                  <c:v>2022-02</c:v>
                </c:pt>
                <c:pt idx="359">
                  <c:v>2022-02</c:v>
                </c:pt>
                <c:pt idx="360">
                  <c:v>2022-02</c:v>
                </c:pt>
                <c:pt idx="361">
                  <c:v>2022-02</c:v>
                </c:pt>
                <c:pt idx="362">
                  <c:v>2022-03</c:v>
                </c:pt>
                <c:pt idx="363">
                  <c:v>2022-03</c:v>
                </c:pt>
                <c:pt idx="364">
                  <c:v>2022-03</c:v>
                </c:pt>
                <c:pt idx="365">
                  <c:v>2022-03</c:v>
                </c:pt>
                <c:pt idx="366">
                  <c:v>2022-03</c:v>
                </c:pt>
                <c:pt idx="367">
                  <c:v>2022-04</c:v>
                </c:pt>
                <c:pt idx="368">
                  <c:v>2022-04</c:v>
                </c:pt>
                <c:pt idx="369">
                  <c:v>2022-04</c:v>
                </c:pt>
                <c:pt idx="370">
                  <c:v>2022-04</c:v>
                </c:pt>
                <c:pt idx="371">
                  <c:v>2022-05</c:v>
                </c:pt>
                <c:pt idx="372">
                  <c:v>2022-05</c:v>
                </c:pt>
                <c:pt idx="373">
                  <c:v>2022-05</c:v>
                </c:pt>
                <c:pt idx="374">
                  <c:v>2022-05</c:v>
                </c:pt>
                <c:pt idx="375">
                  <c:v>2022-06</c:v>
                </c:pt>
                <c:pt idx="376">
                  <c:v>2022-06</c:v>
                </c:pt>
                <c:pt idx="377">
                  <c:v>2022-06</c:v>
                </c:pt>
                <c:pt idx="378">
                  <c:v>2022-06</c:v>
                </c:pt>
                <c:pt idx="379">
                  <c:v>2022-06</c:v>
                </c:pt>
                <c:pt idx="380">
                  <c:v>2022-07</c:v>
                </c:pt>
                <c:pt idx="381">
                  <c:v>2022-07</c:v>
                </c:pt>
                <c:pt idx="382">
                  <c:v>2022-07</c:v>
                </c:pt>
                <c:pt idx="383">
                  <c:v>2022-07</c:v>
                </c:pt>
                <c:pt idx="384">
                  <c:v>2022-08</c:v>
                </c:pt>
                <c:pt idx="385">
                  <c:v>2022-08</c:v>
                </c:pt>
                <c:pt idx="386">
                  <c:v>2022-08</c:v>
                </c:pt>
                <c:pt idx="387">
                  <c:v>2022-08</c:v>
                </c:pt>
                <c:pt idx="388">
                  <c:v>2022-09</c:v>
                </c:pt>
                <c:pt idx="389">
                  <c:v>2022-09</c:v>
                </c:pt>
                <c:pt idx="390">
                  <c:v>2022-09</c:v>
                </c:pt>
                <c:pt idx="391">
                  <c:v>2022-09</c:v>
                </c:pt>
                <c:pt idx="392">
                  <c:v>2022-09</c:v>
                </c:pt>
                <c:pt idx="393">
                  <c:v>2022-10</c:v>
                </c:pt>
                <c:pt idx="394">
                  <c:v>2022-10</c:v>
                </c:pt>
                <c:pt idx="395">
                  <c:v>2022-10</c:v>
                </c:pt>
                <c:pt idx="396">
                  <c:v>2022-10</c:v>
                </c:pt>
                <c:pt idx="397">
                  <c:v>2022-11</c:v>
                </c:pt>
                <c:pt idx="398">
                  <c:v>2022-11</c:v>
                </c:pt>
                <c:pt idx="399">
                  <c:v>2022-11</c:v>
                </c:pt>
                <c:pt idx="400">
                  <c:v>2022-11</c:v>
                </c:pt>
                <c:pt idx="401">
                  <c:v>2022-12</c:v>
                </c:pt>
                <c:pt idx="402">
                  <c:v>2022-12</c:v>
                </c:pt>
                <c:pt idx="403">
                  <c:v>2022-12</c:v>
                </c:pt>
                <c:pt idx="404">
                  <c:v>2022-12</c:v>
                </c:pt>
                <c:pt idx="405">
                  <c:v>2022-12</c:v>
                </c:pt>
                <c:pt idx="406">
                  <c:v>2023-01</c:v>
                </c:pt>
                <c:pt idx="407">
                  <c:v>2023-01</c:v>
                </c:pt>
                <c:pt idx="408">
                  <c:v>2023-01</c:v>
                </c:pt>
                <c:pt idx="409">
                  <c:v>2023-01</c:v>
                </c:pt>
                <c:pt idx="410">
                  <c:v>2023-02</c:v>
                </c:pt>
                <c:pt idx="411">
                  <c:v>2023-02</c:v>
                </c:pt>
                <c:pt idx="412">
                  <c:v>2023-02</c:v>
                </c:pt>
                <c:pt idx="413">
                  <c:v>2023-02</c:v>
                </c:pt>
                <c:pt idx="414">
                  <c:v>2023-03</c:v>
                </c:pt>
                <c:pt idx="415">
                  <c:v>2023-03</c:v>
                </c:pt>
                <c:pt idx="416">
                  <c:v>2023-03</c:v>
                </c:pt>
                <c:pt idx="417">
                  <c:v>2023-03</c:v>
                </c:pt>
                <c:pt idx="418">
                  <c:v>2023-03</c:v>
                </c:pt>
                <c:pt idx="419">
                  <c:v>2023-04</c:v>
                </c:pt>
                <c:pt idx="420">
                  <c:v>2023-04</c:v>
                </c:pt>
                <c:pt idx="421">
                  <c:v>2023-04</c:v>
                </c:pt>
                <c:pt idx="422">
                  <c:v>2023-04</c:v>
                </c:pt>
                <c:pt idx="423">
                  <c:v>2023-05</c:v>
                </c:pt>
                <c:pt idx="424">
                  <c:v>2023-05</c:v>
                </c:pt>
                <c:pt idx="425">
                  <c:v>2023-05</c:v>
                </c:pt>
                <c:pt idx="426">
                  <c:v>2023-05</c:v>
                </c:pt>
                <c:pt idx="427">
                  <c:v>2023-06</c:v>
                </c:pt>
                <c:pt idx="428">
                  <c:v>2023-06</c:v>
                </c:pt>
                <c:pt idx="429">
                  <c:v>2023-06</c:v>
                </c:pt>
                <c:pt idx="430">
                  <c:v>2023-06</c:v>
                </c:pt>
                <c:pt idx="431">
                  <c:v>2023-06</c:v>
                </c:pt>
                <c:pt idx="432">
                  <c:v>2023-07</c:v>
                </c:pt>
                <c:pt idx="433">
                  <c:v>2023-07</c:v>
                </c:pt>
                <c:pt idx="434">
                  <c:v>2023-07</c:v>
                </c:pt>
                <c:pt idx="435">
                  <c:v>2023-07</c:v>
                </c:pt>
                <c:pt idx="436">
                  <c:v>2023-08</c:v>
                </c:pt>
                <c:pt idx="437">
                  <c:v>2023-08</c:v>
                </c:pt>
                <c:pt idx="438">
                  <c:v>2023-08</c:v>
                </c:pt>
                <c:pt idx="439">
                  <c:v>2023-08</c:v>
                </c:pt>
                <c:pt idx="440">
                  <c:v>2023-08</c:v>
                </c:pt>
                <c:pt idx="441">
                  <c:v>2023-09</c:v>
                </c:pt>
                <c:pt idx="442">
                  <c:v>2023-09</c:v>
                </c:pt>
                <c:pt idx="443">
                  <c:v>2023-09</c:v>
                </c:pt>
                <c:pt idx="444">
                  <c:v>2023-09</c:v>
                </c:pt>
                <c:pt idx="445">
                  <c:v>2023-10</c:v>
                </c:pt>
                <c:pt idx="446">
                  <c:v>2023-10</c:v>
                </c:pt>
                <c:pt idx="447">
                  <c:v>2023-10</c:v>
                </c:pt>
                <c:pt idx="448">
                  <c:v>2023-10</c:v>
                </c:pt>
                <c:pt idx="449">
                  <c:v>2023-11</c:v>
                </c:pt>
                <c:pt idx="450">
                  <c:v>2023-11</c:v>
                </c:pt>
                <c:pt idx="451">
                  <c:v>2023-11</c:v>
                </c:pt>
                <c:pt idx="452">
                  <c:v>2023-11</c:v>
                </c:pt>
                <c:pt idx="453">
                  <c:v>2023-11</c:v>
                </c:pt>
                <c:pt idx="454">
                  <c:v>2023-12</c:v>
                </c:pt>
                <c:pt idx="455">
                  <c:v>2023-12</c:v>
                </c:pt>
                <c:pt idx="456">
                  <c:v>2023-12</c:v>
                </c:pt>
                <c:pt idx="457">
                  <c:v>2023-12</c:v>
                </c:pt>
                <c:pt idx="458">
                  <c:v>2024-01</c:v>
                </c:pt>
                <c:pt idx="459">
                  <c:v>2024-01</c:v>
                </c:pt>
                <c:pt idx="460">
                  <c:v>2024-01</c:v>
                </c:pt>
                <c:pt idx="461">
                  <c:v>2024-01</c:v>
                </c:pt>
                <c:pt idx="462">
                  <c:v>2024-02</c:v>
                </c:pt>
                <c:pt idx="463">
                  <c:v>2024-02</c:v>
                </c:pt>
                <c:pt idx="464">
                  <c:v>2024-02</c:v>
                </c:pt>
                <c:pt idx="465">
                  <c:v>2024-02</c:v>
                </c:pt>
                <c:pt idx="466">
                  <c:v>2024-02</c:v>
                </c:pt>
                <c:pt idx="467">
                  <c:v>2024-03</c:v>
                </c:pt>
                <c:pt idx="468">
                  <c:v>2024-03</c:v>
                </c:pt>
                <c:pt idx="469">
                  <c:v>2024-03</c:v>
                </c:pt>
                <c:pt idx="470">
                  <c:v>2024-03</c:v>
                </c:pt>
                <c:pt idx="471">
                  <c:v>2024-04</c:v>
                </c:pt>
                <c:pt idx="472">
                  <c:v>2024-04</c:v>
                </c:pt>
                <c:pt idx="473">
                  <c:v>2024-04</c:v>
                </c:pt>
                <c:pt idx="474">
                  <c:v>2024-04</c:v>
                </c:pt>
                <c:pt idx="475">
                  <c:v>2024-05</c:v>
                </c:pt>
                <c:pt idx="476">
                  <c:v>2024-05</c:v>
                </c:pt>
                <c:pt idx="477">
                  <c:v>2024-05</c:v>
                </c:pt>
                <c:pt idx="478">
                  <c:v>2024-05</c:v>
                </c:pt>
                <c:pt idx="479">
                  <c:v>2024-05</c:v>
                </c:pt>
                <c:pt idx="480">
                  <c:v>2024-06</c:v>
                </c:pt>
                <c:pt idx="481">
                  <c:v>2024-06</c:v>
                </c:pt>
                <c:pt idx="482">
                  <c:v>2024-06</c:v>
                </c:pt>
                <c:pt idx="483">
                  <c:v>2024-06</c:v>
                </c:pt>
                <c:pt idx="484">
                  <c:v>2024-07</c:v>
                </c:pt>
                <c:pt idx="485">
                  <c:v>2024-07</c:v>
                </c:pt>
                <c:pt idx="486">
                  <c:v>2024-07</c:v>
                </c:pt>
                <c:pt idx="487">
                  <c:v>2024-07</c:v>
                </c:pt>
                <c:pt idx="488">
                  <c:v>2024-08</c:v>
                </c:pt>
                <c:pt idx="489">
                  <c:v>2024-08</c:v>
                </c:pt>
                <c:pt idx="490">
                  <c:v>2024-08</c:v>
                </c:pt>
                <c:pt idx="491">
                  <c:v>2024-08</c:v>
                </c:pt>
                <c:pt idx="492">
                  <c:v>2024-08</c:v>
                </c:pt>
                <c:pt idx="493">
                  <c:v>2024-09</c:v>
                </c:pt>
                <c:pt idx="494">
                  <c:v>2024-09</c:v>
                </c:pt>
                <c:pt idx="495">
                  <c:v>2024-09</c:v>
                </c:pt>
                <c:pt idx="496">
                  <c:v>2024-09</c:v>
                </c:pt>
                <c:pt idx="497">
                  <c:v>2024-10</c:v>
                </c:pt>
                <c:pt idx="498">
                  <c:v>2024-10</c:v>
                </c:pt>
                <c:pt idx="499">
                  <c:v>2024-10</c:v>
                </c:pt>
                <c:pt idx="500">
                  <c:v>2024-10</c:v>
                </c:pt>
                <c:pt idx="501">
                  <c:v>2024-10</c:v>
                </c:pt>
                <c:pt idx="502">
                  <c:v>2024-11</c:v>
                </c:pt>
                <c:pt idx="503">
                  <c:v>2024-11</c:v>
                </c:pt>
                <c:pt idx="504">
                  <c:v>2024-11</c:v>
                </c:pt>
                <c:pt idx="505">
                  <c:v>2024-11</c:v>
                </c:pt>
                <c:pt idx="506">
                  <c:v>2024-12</c:v>
                </c:pt>
                <c:pt idx="507">
                  <c:v>2024-12</c:v>
                </c:pt>
                <c:pt idx="508">
                  <c:v>2024-12</c:v>
                </c:pt>
                <c:pt idx="509">
                  <c:v>2024-12</c:v>
                </c:pt>
                <c:pt idx="510">
                  <c:v>2025-01</c:v>
                </c:pt>
                <c:pt idx="511">
                  <c:v>2025-01</c:v>
                </c:pt>
                <c:pt idx="512">
                  <c:v>2025-01</c:v>
                </c:pt>
                <c:pt idx="513">
                  <c:v>2025-01</c:v>
                </c:pt>
                <c:pt idx="514">
                  <c:v>2025-01</c:v>
                </c:pt>
                <c:pt idx="515">
                  <c:v>2025-02</c:v>
                </c:pt>
                <c:pt idx="516">
                  <c:v>2025-02</c:v>
                </c:pt>
                <c:pt idx="517">
                  <c:v>2025-02</c:v>
                </c:pt>
                <c:pt idx="518">
                  <c:v>2025-02</c:v>
                </c:pt>
                <c:pt idx="519">
                  <c:v>2025-03</c:v>
                </c:pt>
                <c:pt idx="520">
                  <c:v>2025-03</c:v>
                </c:pt>
                <c:pt idx="521">
                  <c:v>2025-03</c:v>
                </c:pt>
                <c:pt idx="522">
                  <c:v>2025-03</c:v>
                </c:pt>
                <c:pt idx="523">
                  <c:v>2025-04</c:v>
                </c:pt>
                <c:pt idx="524">
                  <c:v>2025-04</c:v>
                </c:pt>
                <c:pt idx="525">
                  <c:v>2025-04</c:v>
                </c:pt>
                <c:pt idx="526">
                  <c:v>2025-04</c:v>
                </c:pt>
                <c:pt idx="527">
                  <c:v>2025-05</c:v>
                </c:pt>
                <c:pt idx="528">
                  <c:v>2025-05</c:v>
                </c:pt>
                <c:pt idx="529">
                  <c:v>2025-05</c:v>
                </c:pt>
                <c:pt idx="530">
                  <c:v>2025-05</c:v>
                </c:pt>
                <c:pt idx="531">
                  <c:v>2025-05</c:v>
                </c:pt>
                <c:pt idx="532">
                  <c:v>2025-06</c:v>
                </c:pt>
                <c:pt idx="533">
                  <c:v>2025-06</c:v>
                </c:pt>
                <c:pt idx="534">
                  <c:v>2025-06</c:v>
                </c:pt>
                <c:pt idx="535">
                  <c:v>2025-06</c:v>
                </c:pt>
                <c:pt idx="536">
                  <c:v>2025-07</c:v>
                </c:pt>
                <c:pt idx="537">
                  <c:v>2025-07</c:v>
                </c:pt>
                <c:pt idx="538">
                  <c:v>2025-07</c:v>
                </c:pt>
                <c:pt idx="539">
                  <c:v>2025-07</c:v>
                </c:pt>
                <c:pt idx="540">
                  <c:v>2025-07</c:v>
                </c:pt>
                <c:pt idx="541">
                  <c:v>2025-08</c:v>
                </c:pt>
                <c:pt idx="542">
                  <c:v>2025-08</c:v>
                </c:pt>
                <c:pt idx="543">
                  <c:v>2025-08</c:v>
                </c:pt>
                <c:pt idx="544">
                  <c:v>2025-08</c:v>
                </c:pt>
                <c:pt idx="545">
                  <c:v>2025-09</c:v>
                </c:pt>
                <c:pt idx="546">
                  <c:v>2025-09</c:v>
                </c:pt>
                <c:pt idx="547">
                  <c:v>2025-09</c:v>
                </c:pt>
                <c:pt idx="548">
                  <c:v>2025-09</c:v>
                </c:pt>
                <c:pt idx="549">
                  <c:v>2025-10</c:v>
                </c:pt>
                <c:pt idx="550">
                  <c:v>2025-10</c:v>
                </c:pt>
                <c:pt idx="551">
                  <c:v>2025-10</c:v>
                </c:pt>
                <c:pt idx="552">
                  <c:v>2025-10</c:v>
                </c:pt>
                <c:pt idx="553">
                  <c:v>2025-10</c:v>
                </c:pt>
                <c:pt idx="554">
                  <c:v>2025-11</c:v>
                </c:pt>
                <c:pt idx="555">
                  <c:v>2025-11</c:v>
                </c:pt>
                <c:pt idx="556">
                  <c:v>2025-11</c:v>
                </c:pt>
                <c:pt idx="557">
                  <c:v>2025-11</c:v>
                </c:pt>
                <c:pt idx="558">
                  <c:v>2025-12</c:v>
                </c:pt>
                <c:pt idx="559">
                  <c:v>2025-12</c:v>
                </c:pt>
                <c:pt idx="560">
                  <c:v>2025-12</c:v>
                </c:pt>
                <c:pt idx="561">
                  <c:v>2025-12</c:v>
                </c:pt>
              </c:strCache>
            </c:strRef>
          </c:cat>
          <c:val>
            <c:numRef>
              <c:f>Sheet1!$D$2:$D$563</c:f>
              <c:numCache>
                <c:formatCode>General</c:formatCode>
                <c:ptCount val="562"/>
                <c:pt idx="0">
                  <c:v>0.32954058238871625</c:v>
                </c:pt>
                <c:pt idx="1">
                  <c:v>0.29762860325628926</c:v>
                </c:pt>
                <c:pt idx="2">
                  <c:v>0.28577820068267035</c:v>
                </c:pt>
                <c:pt idx="3">
                  <c:v>0.2464164962202087</c:v>
                </c:pt>
                <c:pt idx="4">
                  <c:v>0.23228229046839596</c:v>
                </c:pt>
                <c:pt idx="5">
                  <c:v>0.17394501931679421</c:v>
                </c:pt>
                <c:pt idx="6">
                  <c:v>0.18192220562471564</c:v>
                </c:pt>
                <c:pt idx="7">
                  <c:v>0.17593253499369799</c:v>
                </c:pt>
                <c:pt idx="8">
                  <c:v>0.1757927887244588</c:v>
                </c:pt>
                <c:pt idx="9">
                  <c:v>0.17298913584362477</c:v>
                </c:pt>
                <c:pt idx="10">
                  <c:v>0.16258991093163491</c:v>
                </c:pt>
                <c:pt idx="11">
                  <c:v>0.16147272667109047</c:v>
                </c:pt>
                <c:pt idx="12">
                  <c:v>0.16386981227789013</c:v>
                </c:pt>
                <c:pt idx="13">
                  <c:v>0.17277980636790133</c:v>
                </c:pt>
                <c:pt idx="14">
                  <c:v>0.16996123942794902</c:v>
                </c:pt>
                <c:pt idx="15">
                  <c:v>0.16707148081189224</c:v>
                </c:pt>
                <c:pt idx="16">
                  <c:v>0.16748348075686489</c:v>
                </c:pt>
                <c:pt idx="17">
                  <c:v>0.18144982812358854</c:v>
                </c:pt>
                <c:pt idx="18">
                  <c:v>0.20146404227785375</c:v>
                </c:pt>
                <c:pt idx="19">
                  <c:v>0.20285973009019423</c:v>
                </c:pt>
                <c:pt idx="20">
                  <c:v>0.21197983184136104</c:v>
                </c:pt>
                <c:pt idx="21">
                  <c:v>0.23177784695359194</c:v>
                </c:pt>
                <c:pt idx="22">
                  <c:v>0.28624036598048308</c:v>
                </c:pt>
                <c:pt idx="23">
                  <c:v>0.30036579750144171</c:v>
                </c:pt>
                <c:pt idx="24">
                  <c:v>0.30038276232468897</c:v>
                </c:pt>
                <c:pt idx="25">
                  <c:v>0.32214692686801494</c:v>
                </c:pt>
                <c:pt idx="26">
                  <c:v>0.32720218094311188</c:v>
                </c:pt>
                <c:pt idx="27">
                  <c:v>0.32764326016915041</c:v>
                </c:pt>
                <c:pt idx="28">
                  <c:v>0.36228405708557193</c:v>
                </c:pt>
                <c:pt idx="29">
                  <c:v>0.35832496333603875</c:v>
                </c:pt>
                <c:pt idx="30">
                  <c:v>0.35243215558979912</c:v>
                </c:pt>
                <c:pt idx="31">
                  <c:v>0.361621903801429</c:v>
                </c:pt>
                <c:pt idx="32">
                  <c:v>0.35953386341265992</c:v>
                </c:pt>
                <c:pt idx="33">
                  <c:v>0.3529570691185332</c:v>
                </c:pt>
                <c:pt idx="34">
                  <c:v>0.3224793658368067</c:v>
                </c:pt>
                <c:pt idx="35">
                  <c:v>0.30703132626626817</c:v>
                </c:pt>
                <c:pt idx="36">
                  <c:v>0.31525614232123395</c:v>
                </c:pt>
                <c:pt idx="37">
                  <c:v>0.31405313203147966</c:v>
                </c:pt>
                <c:pt idx="38">
                  <c:v>0.31836796677541379</c:v>
                </c:pt>
                <c:pt idx="39">
                  <c:v>0.33558879924352208</c:v>
                </c:pt>
                <c:pt idx="40">
                  <c:v>0.30004118791465478</c:v>
                </c:pt>
                <c:pt idx="41">
                  <c:v>0.31549719494935718</c:v>
                </c:pt>
                <c:pt idx="42">
                  <c:v>0.3296499146922941</c:v>
                </c:pt>
                <c:pt idx="43">
                  <c:v>0.35336705816182651</c:v>
                </c:pt>
                <c:pt idx="44">
                  <c:v>0.40692138115706866</c:v>
                </c:pt>
                <c:pt idx="45">
                  <c:v>0.42590889019691724</c:v>
                </c:pt>
                <c:pt idx="46">
                  <c:v>0.43146758248165223</c:v>
                </c:pt>
                <c:pt idx="47">
                  <c:v>0.4535185282298847</c:v>
                </c:pt>
                <c:pt idx="48">
                  <c:v>0.45562001982835826</c:v>
                </c:pt>
                <c:pt idx="49">
                  <c:v>0.45031689566104172</c:v>
                </c:pt>
                <c:pt idx="50">
                  <c:v>0.44503290002365159</c:v>
                </c:pt>
                <c:pt idx="51">
                  <c:v>0.4330479049198524</c:v>
                </c:pt>
                <c:pt idx="52">
                  <c:v>0.43569151887163399</c:v>
                </c:pt>
                <c:pt idx="53">
                  <c:v>0.41774128260300469</c:v>
                </c:pt>
                <c:pt idx="54">
                  <c:v>0.41080887101362823</c:v>
                </c:pt>
                <c:pt idx="55">
                  <c:v>0.39516743511639352</c:v>
                </c:pt>
                <c:pt idx="56">
                  <c:v>0.34616904736635085</c:v>
                </c:pt>
                <c:pt idx="57">
                  <c:v>0.31615820825107371</c:v>
                </c:pt>
                <c:pt idx="58">
                  <c:v>0.29467072348113105</c:v>
                </c:pt>
                <c:pt idx="59">
                  <c:v>0.26898776547988956</c:v>
                </c:pt>
                <c:pt idx="60">
                  <c:v>0.25769473913329799</c:v>
                </c:pt>
                <c:pt idx="61">
                  <c:v>0.24195720545908259</c:v>
                </c:pt>
                <c:pt idx="62">
                  <c:v>0.23320321952832654</c:v>
                </c:pt>
                <c:pt idx="63">
                  <c:v>0.24366923119439762</c:v>
                </c:pt>
                <c:pt idx="64">
                  <c:v>0.2414952204466087</c:v>
                </c:pt>
                <c:pt idx="65">
                  <c:v>0.25073945103094691</c:v>
                </c:pt>
                <c:pt idx="66">
                  <c:v>0.24957615802610286</c:v>
                </c:pt>
                <c:pt idx="67">
                  <c:v>0.2266310599820367</c:v>
                </c:pt>
                <c:pt idx="68">
                  <c:v>0.22563863131228995</c:v>
                </c:pt>
                <c:pt idx="69">
                  <c:v>0.2234304734342695</c:v>
                </c:pt>
                <c:pt idx="70">
                  <c:v>0.22841773798642293</c:v>
                </c:pt>
                <c:pt idx="71">
                  <c:v>0.22835300704698339</c:v>
                </c:pt>
                <c:pt idx="72">
                  <c:v>0.22425100720181168</c:v>
                </c:pt>
                <c:pt idx="73">
                  <c:v>0.22333208153095541</c:v>
                </c:pt>
                <c:pt idx="74">
                  <c:v>0.22319812539239736</c:v>
                </c:pt>
                <c:pt idx="75">
                  <c:v>0.2057347256170135</c:v>
                </c:pt>
                <c:pt idx="76">
                  <c:v>0.20186103946879094</c:v>
                </c:pt>
                <c:pt idx="77">
                  <c:v>0.20768098420824441</c:v>
                </c:pt>
                <c:pt idx="78">
                  <c:v>0.18878356985013775</c:v>
                </c:pt>
                <c:pt idx="79">
                  <c:v>0.21948471425767735</c:v>
                </c:pt>
                <c:pt idx="80">
                  <c:v>0.21160856572429657</c:v>
                </c:pt>
                <c:pt idx="81">
                  <c:v>0.21220615914672597</c:v>
                </c:pt>
                <c:pt idx="82">
                  <c:v>0.1988361481428283</c:v>
                </c:pt>
                <c:pt idx="83">
                  <c:v>0.19624180787034928</c:v>
                </c:pt>
                <c:pt idx="84">
                  <c:v>0.19900698270373685</c:v>
                </c:pt>
                <c:pt idx="85">
                  <c:v>0.2030803433630024</c:v>
                </c:pt>
                <c:pt idx="86">
                  <c:v>0.21152743650743774</c:v>
                </c:pt>
                <c:pt idx="87">
                  <c:v>0.21855798294733192</c:v>
                </c:pt>
                <c:pt idx="88">
                  <c:v>0.26718492828426438</c:v>
                </c:pt>
                <c:pt idx="89">
                  <c:v>0.25236050219951778</c:v>
                </c:pt>
                <c:pt idx="90">
                  <c:v>0.25701363830545665</c:v>
                </c:pt>
                <c:pt idx="91">
                  <c:v>0.22818052443681683</c:v>
                </c:pt>
                <c:pt idx="92">
                  <c:v>0.22483537418736521</c:v>
                </c:pt>
                <c:pt idx="93">
                  <c:v>0.22439358144318808</c:v>
                </c:pt>
                <c:pt idx="94">
                  <c:v>0.22929364361107499</c:v>
                </c:pt>
                <c:pt idx="95">
                  <c:v>0.2274819432068467</c:v>
                </c:pt>
                <c:pt idx="96">
                  <c:v>0.23538447035733873</c:v>
                </c:pt>
                <c:pt idx="97">
                  <c:v>0.23821784394712656</c:v>
                </c:pt>
                <c:pt idx="98">
                  <c:v>0.23784053320776441</c:v>
                </c:pt>
                <c:pt idx="99">
                  <c:v>0.2299566280720228</c:v>
                </c:pt>
                <c:pt idx="100">
                  <c:v>0.17391618104538048</c:v>
                </c:pt>
                <c:pt idx="101">
                  <c:v>0.1852252489774357</c:v>
                </c:pt>
                <c:pt idx="102">
                  <c:v>0.20118644410043851</c:v>
                </c:pt>
                <c:pt idx="103">
                  <c:v>0.20808336539742295</c:v>
                </c:pt>
                <c:pt idx="104">
                  <c:v>0.21040303292962736</c:v>
                </c:pt>
                <c:pt idx="105">
                  <c:v>0.22049218733607448</c:v>
                </c:pt>
                <c:pt idx="106">
                  <c:v>0.21592995402686518</c:v>
                </c:pt>
                <c:pt idx="107">
                  <c:v>0.21712914055492266</c:v>
                </c:pt>
                <c:pt idx="108">
                  <c:v>0.20502658466548454</c:v>
                </c:pt>
                <c:pt idx="109">
                  <c:v>0.20208821723891773</c:v>
                </c:pt>
                <c:pt idx="110">
                  <c:v>0.20123682288162537</c:v>
                </c:pt>
                <c:pt idx="111">
                  <c:v>0.21555816556306215</c:v>
                </c:pt>
                <c:pt idx="112">
                  <c:v>0.21417258174878728</c:v>
                </c:pt>
                <c:pt idx="113">
                  <c:v>0.21408008640147511</c:v>
                </c:pt>
                <c:pt idx="114">
                  <c:v>0.194808144763016</c:v>
                </c:pt>
                <c:pt idx="115">
                  <c:v>0.19713566768211704</c:v>
                </c:pt>
                <c:pt idx="116">
                  <c:v>0.21271056613356998</c:v>
                </c:pt>
                <c:pt idx="117">
                  <c:v>0.20580019250483542</c:v>
                </c:pt>
                <c:pt idx="118">
                  <c:v>0.20731141250495327</c:v>
                </c:pt>
                <c:pt idx="119">
                  <c:v>0.20623733005173212</c:v>
                </c:pt>
                <c:pt idx="120">
                  <c:v>0.20662451038401514</c:v>
                </c:pt>
                <c:pt idx="121">
                  <c:v>0.20659141765670358</c:v>
                </c:pt>
                <c:pt idx="122">
                  <c:v>0.20996978255787782</c:v>
                </c:pt>
                <c:pt idx="123">
                  <c:v>0.19407577032760145</c:v>
                </c:pt>
                <c:pt idx="124">
                  <c:v>0.19343308115602068</c:v>
                </c:pt>
                <c:pt idx="125">
                  <c:v>0.18388981047629327</c:v>
                </c:pt>
                <c:pt idx="126">
                  <c:v>0.181582578765904</c:v>
                </c:pt>
                <c:pt idx="127">
                  <c:v>0.17191613086064664</c:v>
                </c:pt>
                <c:pt idx="128">
                  <c:v>0.15063751841074358</c:v>
                </c:pt>
                <c:pt idx="129">
                  <c:v>0.15291266834486164</c:v>
                </c:pt>
                <c:pt idx="130">
                  <c:v>0.15838243862578377</c:v>
                </c:pt>
                <c:pt idx="131">
                  <c:v>0.15709952842936392</c:v>
                </c:pt>
                <c:pt idx="132">
                  <c:v>0.15481914444214867</c:v>
                </c:pt>
                <c:pt idx="133">
                  <c:v>0.15670829480458912</c:v>
                </c:pt>
                <c:pt idx="134">
                  <c:v>0.14278490731936483</c:v>
                </c:pt>
                <c:pt idx="135">
                  <c:v>0.14368297659877741</c:v>
                </c:pt>
                <c:pt idx="136">
                  <c:v>0.14545376674770968</c:v>
                </c:pt>
                <c:pt idx="137">
                  <c:v>0.14604069434015851</c:v>
                </c:pt>
                <c:pt idx="138">
                  <c:v>0.15684934325844485</c:v>
                </c:pt>
                <c:pt idx="139">
                  <c:v>0.15718983591340549</c:v>
                </c:pt>
                <c:pt idx="140">
                  <c:v>0.16713666876870004</c:v>
                </c:pt>
                <c:pt idx="141">
                  <c:v>0.16668942445880788</c:v>
                </c:pt>
                <c:pt idx="142">
                  <c:v>0.16323438125588949</c:v>
                </c:pt>
                <c:pt idx="143">
                  <c:v>0.16496768467497974</c:v>
                </c:pt>
                <c:pt idx="144">
                  <c:v>0.16643302662566775</c:v>
                </c:pt>
                <c:pt idx="145">
                  <c:v>0.16872993654827742</c:v>
                </c:pt>
                <c:pt idx="146">
                  <c:v>0.17734372327265982</c:v>
                </c:pt>
                <c:pt idx="147">
                  <c:v>0.18010288499273158</c:v>
                </c:pt>
                <c:pt idx="148">
                  <c:v>0.17145384318688142</c:v>
                </c:pt>
                <c:pt idx="149">
                  <c:v>0.17742335920623828</c:v>
                </c:pt>
                <c:pt idx="150">
                  <c:v>0.19134028779209195</c:v>
                </c:pt>
                <c:pt idx="151">
                  <c:v>0.1946317577629999</c:v>
                </c:pt>
                <c:pt idx="152">
                  <c:v>0.18809481930243616</c:v>
                </c:pt>
                <c:pt idx="153">
                  <c:v>0.19809360188436742</c:v>
                </c:pt>
                <c:pt idx="154">
                  <c:v>0.20113442986480928</c:v>
                </c:pt>
                <c:pt idx="155">
                  <c:v>0.19688276312439074</c:v>
                </c:pt>
                <c:pt idx="156">
                  <c:v>0.22110814487215605</c:v>
                </c:pt>
                <c:pt idx="157">
                  <c:v>0.22227041814272486</c:v>
                </c:pt>
                <c:pt idx="158">
                  <c:v>0.23966275460613762</c:v>
                </c:pt>
                <c:pt idx="159">
                  <c:v>0.24506679625918584</c:v>
                </c:pt>
                <c:pt idx="160">
                  <c:v>0.25563842518726182</c:v>
                </c:pt>
                <c:pt idx="161">
                  <c:v>0.25168248661362769</c:v>
                </c:pt>
                <c:pt idx="162">
                  <c:v>0.23212127458677131</c:v>
                </c:pt>
                <c:pt idx="163">
                  <c:v>0.23006231644839353</c:v>
                </c:pt>
                <c:pt idx="164">
                  <c:v>0.2325602610788938</c:v>
                </c:pt>
                <c:pt idx="165">
                  <c:v>0.22039108667101753</c:v>
                </c:pt>
                <c:pt idx="166">
                  <c:v>0.22224051260019667</c:v>
                </c:pt>
                <c:pt idx="167">
                  <c:v>0.22972343217346708</c:v>
                </c:pt>
                <c:pt idx="168">
                  <c:v>0.20737665039184933</c:v>
                </c:pt>
                <c:pt idx="169">
                  <c:v>0.20859813758790083</c:v>
                </c:pt>
                <c:pt idx="170">
                  <c:v>0.2111339213261669</c:v>
                </c:pt>
                <c:pt idx="171">
                  <c:v>0.20650426628284352</c:v>
                </c:pt>
                <c:pt idx="172">
                  <c:v>0.20221268877403464</c:v>
                </c:pt>
                <c:pt idx="173">
                  <c:v>0.19974708777219249</c:v>
                </c:pt>
                <c:pt idx="174">
                  <c:v>0.19529563696431274</c:v>
                </c:pt>
                <c:pt idx="175">
                  <c:v>0.19408813984805651</c:v>
                </c:pt>
                <c:pt idx="176">
                  <c:v>0.18987630590346022</c:v>
                </c:pt>
                <c:pt idx="177">
                  <c:v>0.19926596048545067</c:v>
                </c:pt>
                <c:pt idx="178">
                  <c:v>0.19467267016791417</c:v>
                </c:pt>
                <c:pt idx="179">
                  <c:v>0.18946275530920795</c:v>
                </c:pt>
                <c:pt idx="180">
                  <c:v>0.19527776144718884</c:v>
                </c:pt>
                <c:pt idx="181">
                  <c:v>0.18461996212800802</c:v>
                </c:pt>
                <c:pt idx="182">
                  <c:v>0.15343509827925059</c:v>
                </c:pt>
                <c:pt idx="183">
                  <c:v>0.15814615569525323</c:v>
                </c:pt>
                <c:pt idx="184">
                  <c:v>0.16027652464655373</c:v>
                </c:pt>
                <c:pt idx="185">
                  <c:v>0.18125721567747374</c:v>
                </c:pt>
                <c:pt idx="186">
                  <c:v>0.18576564156616712</c:v>
                </c:pt>
                <c:pt idx="187">
                  <c:v>0.19791639843254152</c:v>
                </c:pt>
                <c:pt idx="188">
                  <c:v>0.21371526120278717</c:v>
                </c:pt>
                <c:pt idx="189">
                  <c:v>0.21299767674031947</c:v>
                </c:pt>
                <c:pt idx="190">
                  <c:v>0.21841176462498843</c:v>
                </c:pt>
                <c:pt idx="191">
                  <c:v>0.22705507939861647</c:v>
                </c:pt>
                <c:pt idx="192">
                  <c:v>0.25030546390388064</c:v>
                </c:pt>
                <c:pt idx="193">
                  <c:v>0.30266606584064593</c:v>
                </c:pt>
                <c:pt idx="194">
                  <c:v>0.30425043198861912</c:v>
                </c:pt>
                <c:pt idx="195">
                  <c:v>0.30625695551296461</c:v>
                </c:pt>
                <c:pt idx="196">
                  <c:v>0.32428393739714362</c:v>
                </c:pt>
                <c:pt idx="197">
                  <c:v>0.32050879539989446</c:v>
                </c:pt>
                <c:pt idx="198">
                  <c:v>0.3282080054182151</c:v>
                </c:pt>
                <c:pt idx="199">
                  <c:v>0.32192312686218705</c:v>
                </c:pt>
                <c:pt idx="200">
                  <c:v>0.32160317965517971</c:v>
                </c:pt>
                <c:pt idx="201">
                  <c:v>0.31793382736113973</c:v>
                </c:pt>
                <c:pt idx="202">
                  <c:v>0.31428664263655642</c:v>
                </c:pt>
                <c:pt idx="203">
                  <c:v>0.3106465654105709</c:v>
                </c:pt>
                <c:pt idx="204">
                  <c:v>0.29287485863767782</c:v>
                </c:pt>
                <c:pt idx="205">
                  <c:v>0.24028683945763588</c:v>
                </c:pt>
                <c:pt idx="206">
                  <c:v>0.24400971405008495</c:v>
                </c:pt>
                <c:pt idx="207">
                  <c:v>0.22967125021082527</c:v>
                </c:pt>
                <c:pt idx="208">
                  <c:v>0.1963855162271963</c:v>
                </c:pt>
                <c:pt idx="209">
                  <c:v>0.20595112446168917</c:v>
                </c:pt>
                <c:pt idx="210">
                  <c:v>0.19632056271844114</c:v>
                </c:pt>
                <c:pt idx="211">
                  <c:v>0.20707387590538898</c:v>
                </c:pt>
                <c:pt idx="212">
                  <c:v>0.19189615153889239</c:v>
                </c:pt>
                <c:pt idx="213">
                  <c:v>0.19714174313715985</c:v>
                </c:pt>
                <c:pt idx="214">
                  <c:v>0.21112981748959636</c:v>
                </c:pt>
                <c:pt idx="215">
                  <c:v>0.21127111060797307</c:v>
                </c:pt>
                <c:pt idx="216">
                  <c:v>0.20876827901415487</c:v>
                </c:pt>
                <c:pt idx="217">
                  <c:v>0.22126530427323915</c:v>
                </c:pt>
                <c:pt idx="218">
                  <c:v>0.21847938107008816</c:v>
                </c:pt>
                <c:pt idx="219">
                  <c:v>0.22044949900781577</c:v>
                </c:pt>
                <c:pt idx="220">
                  <c:v>0.21581160170482669</c:v>
                </c:pt>
                <c:pt idx="221">
                  <c:v>0.20856518386408951</c:v>
                </c:pt>
                <c:pt idx="222">
                  <c:v>0.21654763504683169</c:v>
                </c:pt>
                <c:pt idx="223">
                  <c:v>0.20178576946152896</c:v>
                </c:pt>
                <c:pt idx="224">
                  <c:v>0.20767442172909714</c:v>
                </c:pt>
                <c:pt idx="225">
                  <c:v>0.20372797650810617</c:v>
                </c:pt>
                <c:pt idx="226">
                  <c:v>0.19552718338957248</c:v>
                </c:pt>
                <c:pt idx="227">
                  <c:v>0.1990136243680144</c:v>
                </c:pt>
                <c:pt idx="228">
                  <c:v>0.20067642658221965</c:v>
                </c:pt>
                <c:pt idx="229">
                  <c:v>0.20053273470553185</c:v>
                </c:pt>
                <c:pt idx="230">
                  <c:v>0.20190046446181001</c:v>
                </c:pt>
                <c:pt idx="231">
                  <c:v>0.22059038612522755</c:v>
                </c:pt>
                <c:pt idx="232">
                  <c:v>0.22525096428049396</c:v>
                </c:pt>
                <c:pt idx="233">
                  <c:v>0.23016998184914725</c:v>
                </c:pt>
                <c:pt idx="234">
                  <c:v>0.28313917024530333</c:v>
                </c:pt>
                <c:pt idx="235">
                  <c:v>0.28422902343843526</c:v>
                </c:pt>
                <c:pt idx="236">
                  <c:v>0.28950646038298972</c:v>
                </c:pt>
                <c:pt idx="237">
                  <c:v>0.29596546679514724</c:v>
                </c:pt>
                <c:pt idx="238">
                  <c:v>0.29223434296291623</c:v>
                </c:pt>
                <c:pt idx="239">
                  <c:v>0.28730214406244842</c:v>
                </c:pt>
                <c:pt idx="240">
                  <c:v>0.28340904449677806</c:v>
                </c:pt>
                <c:pt idx="241">
                  <c:v>0.29383368419011374</c:v>
                </c:pt>
                <c:pt idx="242">
                  <c:v>0.28989001047967772</c:v>
                </c:pt>
                <c:pt idx="243">
                  <c:v>0.27232769815356872</c:v>
                </c:pt>
                <c:pt idx="244">
                  <c:v>0.27056229123971681</c:v>
                </c:pt>
                <c:pt idx="245">
                  <c:v>0.27340710490222092</c:v>
                </c:pt>
                <c:pt idx="246">
                  <c:v>0.22817565676678891</c:v>
                </c:pt>
                <c:pt idx="247">
                  <c:v>0.23103254163170986</c:v>
                </c:pt>
                <c:pt idx="248">
                  <c:v>0.2132138284328613</c:v>
                </c:pt>
                <c:pt idx="249">
                  <c:v>0.19842068764155149</c:v>
                </c:pt>
                <c:pt idx="250">
                  <c:v>0.20261848924622974</c:v>
                </c:pt>
                <c:pt idx="251">
                  <c:v>0.20263775293664521</c:v>
                </c:pt>
                <c:pt idx="252">
                  <c:v>0.20024163807728237</c:v>
                </c:pt>
                <c:pt idx="253">
                  <c:v>0.17911439155550599</c:v>
                </c:pt>
                <c:pt idx="254">
                  <c:v>0.19482541759462907</c:v>
                </c:pt>
                <c:pt idx="255">
                  <c:v>0.19336942447906719</c:v>
                </c:pt>
                <c:pt idx="256">
                  <c:v>0.1949603593334123</c:v>
                </c:pt>
                <c:pt idx="257">
                  <c:v>0.22927750900158347</c:v>
                </c:pt>
                <c:pt idx="258">
                  <c:v>0.21553187270257387</c:v>
                </c:pt>
                <c:pt idx="259">
                  <c:v>0.70635543543967494</c:v>
                </c:pt>
                <c:pt idx="260">
                  <c:v>0.91458753696472728</c:v>
                </c:pt>
                <c:pt idx="261">
                  <c:v>0.9960339885242151</c:v>
                </c:pt>
                <c:pt idx="262">
                  <c:v>1.1138790619539558</c:v>
                </c:pt>
                <c:pt idx="263">
                  <c:v>1.1193505836248032</c:v>
                </c:pt>
                <c:pt idx="264">
                  <c:v>1.122774435976549</c:v>
                </c:pt>
                <c:pt idx="265">
                  <c:v>1.1485859754625338</c:v>
                </c:pt>
                <c:pt idx="266">
                  <c:v>1.181587215762532</c:v>
                </c:pt>
                <c:pt idx="267">
                  <c:v>1.1853349673537614</c:v>
                </c:pt>
                <c:pt idx="268">
                  <c:v>1.189196565025634</c:v>
                </c:pt>
                <c:pt idx="269">
                  <c:v>1.1965807964323367</c:v>
                </c:pt>
                <c:pt idx="270">
                  <c:v>1.1952197374045701</c:v>
                </c:pt>
                <c:pt idx="271">
                  <c:v>0.9591647462224091</c:v>
                </c:pt>
                <c:pt idx="272">
                  <c:v>0.78051313428392277</c:v>
                </c:pt>
                <c:pt idx="273">
                  <c:v>0.71624089159510373</c:v>
                </c:pt>
                <c:pt idx="274">
                  <c:v>0.54977962418071236</c:v>
                </c:pt>
                <c:pt idx="275">
                  <c:v>0.54726066980614507</c:v>
                </c:pt>
                <c:pt idx="276">
                  <c:v>0.53758868866511422</c:v>
                </c:pt>
                <c:pt idx="277">
                  <c:v>0.50588333476531211</c:v>
                </c:pt>
                <c:pt idx="278">
                  <c:v>0.46346381109991619</c:v>
                </c:pt>
                <c:pt idx="279">
                  <c:v>0.45959148435285413</c:v>
                </c:pt>
                <c:pt idx="280">
                  <c:v>0.45456122204859872</c:v>
                </c:pt>
                <c:pt idx="281">
                  <c:v>0.43102680543172084</c:v>
                </c:pt>
                <c:pt idx="282">
                  <c:v>0.43098829590945364</c:v>
                </c:pt>
                <c:pt idx="283">
                  <c:v>0.43492767003903371</c:v>
                </c:pt>
                <c:pt idx="284">
                  <c:v>0.34617140220580861</c:v>
                </c:pt>
                <c:pt idx="285">
                  <c:v>0.36250498012336901</c:v>
                </c:pt>
                <c:pt idx="286">
                  <c:v>0.35878301103296101</c:v>
                </c:pt>
                <c:pt idx="287">
                  <c:v>0.36688921491288928</c:v>
                </c:pt>
                <c:pt idx="288">
                  <c:v>0.38166173786440882</c:v>
                </c:pt>
                <c:pt idx="289">
                  <c:v>0.38685428949928646</c:v>
                </c:pt>
                <c:pt idx="290">
                  <c:v>0.3451657560175882</c:v>
                </c:pt>
                <c:pt idx="291">
                  <c:v>0.34488396943399635</c:v>
                </c:pt>
                <c:pt idx="292">
                  <c:v>0.34152071634960762</c:v>
                </c:pt>
                <c:pt idx="293">
                  <c:v>0.33749892349452421</c:v>
                </c:pt>
                <c:pt idx="294">
                  <c:v>0.49871744455547878</c:v>
                </c:pt>
                <c:pt idx="295">
                  <c:v>0.49801685046427202</c:v>
                </c:pt>
                <c:pt idx="296">
                  <c:v>0.51484961989813582</c:v>
                </c:pt>
                <c:pt idx="297">
                  <c:v>0.50593957075988238</c:v>
                </c:pt>
                <c:pt idx="298">
                  <c:v>0.51247146274569189</c:v>
                </c:pt>
                <c:pt idx="299">
                  <c:v>0.50457705483225357</c:v>
                </c:pt>
                <c:pt idx="300">
                  <c:v>0.49546521236104074</c:v>
                </c:pt>
                <c:pt idx="301">
                  <c:v>0.48423310899590777</c:v>
                </c:pt>
                <c:pt idx="302">
                  <c:v>0.49971713442604004</c:v>
                </c:pt>
                <c:pt idx="303">
                  <c:v>0.49525353656350274</c:v>
                </c:pt>
                <c:pt idx="304">
                  <c:v>0.48994239796987032</c:v>
                </c:pt>
                <c:pt idx="305">
                  <c:v>0.49591303543812759</c:v>
                </c:pt>
                <c:pt idx="306">
                  <c:v>0.35261303188950605</c:v>
                </c:pt>
                <c:pt idx="307">
                  <c:v>0.34359516560992115</c:v>
                </c:pt>
                <c:pt idx="308">
                  <c:v>0.31624762264934758</c:v>
                </c:pt>
                <c:pt idx="309">
                  <c:v>0.30889459507881156</c:v>
                </c:pt>
                <c:pt idx="310">
                  <c:v>0.30012428554128262</c:v>
                </c:pt>
                <c:pt idx="311">
                  <c:v>0.30154698904397237</c:v>
                </c:pt>
                <c:pt idx="312">
                  <c:v>0.31074455860017602</c:v>
                </c:pt>
                <c:pt idx="313">
                  <c:v>0.3237650532997437</c:v>
                </c:pt>
                <c:pt idx="314">
                  <c:v>0.2988808361591882</c:v>
                </c:pt>
                <c:pt idx="315">
                  <c:v>0.29639509781791101</c:v>
                </c:pt>
                <c:pt idx="316">
                  <c:v>0.29524261984299821</c:v>
                </c:pt>
                <c:pt idx="317">
                  <c:v>0.29897428787799379</c:v>
                </c:pt>
                <c:pt idx="318">
                  <c:v>0.28738499713623089</c:v>
                </c:pt>
                <c:pt idx="319">
                  <c:v>0.29162170675164711</c:v>
                </c:pt>
                <c:pt idx="320">
                  <c:v>0.29323094009899175</c:v>
                </c:pt>
                <c:pt idx="321">
                  <c:v>0.29172953309860067</c:v>
                </c:pt>
                <c:pt idx="322">
                  <c:v>0.28188609154585242</c:v>
                </c:pt>
                <c:pt idx="323">
                  <c:v>0.27736850507065208</c:v>
                </c:pt>
                <c:pt idx="324">
                  <c:v>0.25099546955065538</c:v>
                </c:pt>
                <c:pt idx="325">
                  <c:v>0.24735538888233233</c:v>
                </c:pt>
                <c:pt idx="326">
                  <c:v>0.25191905916687046</c:v>
                </c:pt>
                <c:pt idx="327">
                  <c:v>0.25295146376229077</c:v>
                </c:pt>
                <c:pt idx="328">
                  <c:v>0.24943146311462089</c:v>
                </c:pt>
                <c:pt idx="329">
                  <c:v>0.24444161970900574</c:v>
                </c:pt>
                <c:pt idx="330">
                  <c:v>0.26693494301587617</c:v>
                </c:pt>
                <c:pt idx="331">
                  <c:v>0.25973838998352727</c:v>
                </c:pt>
                <c:pt idx="332">
                  <c:v>0.26267617548643796</c:v>
                </c:pt>
                <c:pt idx="333">
                  <c:v>0.25381376616691931</c:v>
                </c:pt>
                <c:pt idx="334">
                  <c:v>0.25836589868943483</c:v>
                </c:pt>
                <c:pt idx="335">
                  <c:v>0.25459280809051954</c:v>
                </c:pt>
                <c:pt idx="336">
                  <c:v>0.26960439485906995</c:v>
                </c:pt>
                <c:pt idx="337">
                  <c:v>0.25527046195557584</c:v>
                </c:pt>
                <c:pt idx="338">
                  <c:v>0.2639474597050665</c:v>
                </c:pt>
                <c:pt idx="339">
                  <c:v>0.28207559644084174</c:v>
                </c:pt>
                <c:pt idx="340">
                  <c:v>0.28058359698808572</c:v>
                </c:pt>
                <c:pt idx="341">
                  <c:v>0.28109593579357955</c:v>
                </c:pt>
                <c:pt idx="342">
                  <c:v>0.25941494301457158</c:v>
                </c:pt>
                <c:pt idx="343">
                  <c:v>0.2574298671632167</c:v>
                </c:pt>
                <c:pt idx="344">
                  <c:v>0.25911384483973715</c:v>
                </c:pt>
                <c:pt idx="345">
                  <c:v>0.25444978081715341</c:v>
                </c:pt>
                <c:pt idx="346">
                  <c:v>0.24499095209705171</c:v>
                </c:pt>
                <c:pt idx="347">
                  <c:v>0.24140164098506997</c:v>
                </c:pt>
                <c:pt idx="348">
                  <c:v>0.24516687898994358</c:v>
                </c:pt>
                <c:pt idx="349">
                  <c:v>0.28109429219044146</c:v>
                </c:pt>
                <c:pt idx="350">
                  <c:v>0.2759929666707136</c:v>
                </c:pt>
                <c:pt idx="351">
                  <c:v>0.26025397541882406</c:v>
                </c:pt>
                <c:pt idx="352">
                  <c:v>0.26276929835326357</c:v>
                </c:pt>
                <c:pt idx="353">
                  <c:v>0.25562221604966584</c:v>
                </c:pt>
                <c:pt idx="354">
                  <c:v>0.26437944704014166</c:v>
                </c:pt>
                <c:pt idx="355">
                  <c:v>0.26907092853347159</c:v>
                </c:pt>
                <c:pt idx="356">
                  <c:v>0.26159325671205974</c:v>
                </c:pt>
                <c:pt idx="357">
                  <c:v>0.27672913592336806</c:v>
                </c:pt>
                <c:pt idx="358">
                  <c:v>0.27514368823698576</c:v>
                </c:pt>
                <c:pt idx="359">
                  <c:v>0.28705090510027081</c:v>
                </c:pt>
                <c:pt idx="360">
                  <c:v>0.27917046885892355</c:v>
                </c:pt>
                <c:pt idx="361">
                  <c:v>0.24673819673978348</c:v>
                </c:pt>
                <c:pt idx="362">
                  <c:v>0.24065915831858475</c:v>
                </c:pt>
                <c:pt idx="363">
                  <c:v>0.2511309362183678</c:v>
                </c:pt>
                <c:pt idx="364">
                  <c:v>0.26625187915456111</c:v>
                </c:pt>
                <c:pt idx="365">
                  <c:v>0.27679661388497623</c:v>
                </c:pt>
                <c:pt idx="366">
                  <c:v>0.27432853393503309</c:v>
                </c:pt>
                <c:pt idx="367">
                  <c:v>0.27506054387532669</c:v>
                </c:pt>
                <c:pt idx="368">
                  <c:v>0.28026449770533651</c:v>
                </c:pt>
                <c:pt idx="369">
                  <c:v>0.27297198336354594</c:v>
                </c:pt>
                <c:pt idx="370">
                  <c:v>0.2985265228219196</c:v>
                </c:pt>
                <c:pt idx="371">
                  <c:v>0.29810180572654132</c:v>
                </c:pt>
                <c:pt idx="372">
                  <c:v>0.32675093596900834</c:v>
                </c:pt>
                <c:pt idx="373">
                  <c:v>0.33575900137567499</c:v>
                </c:pt>
                <c:pt idx="374">
                  <c:v>0.33256428297534479</c:v>
                </c:pt>
                <c:pt idx="375">
                  <c:v>0.32469503331863137</c:v>
                </c:pt>
                <c:pt idx="376">
                  <c:v>0.30928975690435673</c:v>
                </c:pt>
                <c:pt idx="377">
                  <c:v>0.33335712384763361</c:v>
                </c:pt>
                <c:pt idx="378">
                  <c:v>0.37604582548814108</c:v>
                </c:pt>
                <c:pt idx="379">
                  <c:v>0.40000491066622501</c:v>
                </c:pt>
                <c:pt idx="380">
                  <c:v>0.42273894809399143</c:v>
                </c:pt>
                <c:pt idx="381">
                  <c:v>0.41975205854055747</c:v>
                </c:pt>
                <c:pt idx="382">
                  <c:v>0.40943904355229654</c:v>
                </c:pt>
                <c:pt idx="383">
                  <c:v>0.40983461967023505</c:v>
                </c:pt>
                <c:pt idx="384">
                  <c:v>0.40340650303403297</c:v>
                </c:pt>
                <c:pt idx="385">
                  <c:v>0.39988731459832144</c:v>
                </c:pt>
                <c:pt idx="386">
                  <c:v>0.40107546868175215</c:v>
                </c:pt>
                <c:pt idx="387">
                  <c:v>0.39803836489696914</c:v>
                </c:pt>
                <c:pt idx="388">
                  <c:v>0.40455175130277177</c:v>
                </c:pt>
                <c:pt idx="389">
                  <c:v>0.38771186021761872</c:v>
                </c:pt>
                <c:pt idx="390">
                  <c:v>0.35533396337249767</c:v>
                </c:pt>
                <c:pt idx="391">
                  <c:v>0.32846928412963505</c:v>
                </c:pt>
                <c:pt idx="392">
                  <c:v>0.33568297082058146</c:v>
                </c:pt>
                <c:pt idx="393">
                  <c:v>0.35796323693989057</c:v>
                </c:pt>
                <c:pt idx="394">
                  <c:v>0.36297933632855578</c:v>
                </c:pt>
                <c:pt idx="395">
                  <c:v>0.36427077450142525</c:v>
                </c:pt>
                <c:pt idx="396">
                  <c:v>0.34375424636120322</c:v>
                </c:pt>
                <c:pt idx="397">
                  <c:v>0.33799862124228597</c:v>
                </c:pt>
                <c:pt idx="398">
                  <c:v>0.3420791554213628</c:v>
                </c:pt>
                <c:pt idx="399">
                  <c:v>0.34602220145266022</c:v>
                </c:pt>
                <c:pt idx="400">
                  <c:v>0.335375461870701</c:v>
                </c:pt>
                <c:pt idx="401">
                  <c:v>0.33009581761165507</c:v>
                </c:pt>
                <c:pt idx="402">
                  <c:v>0.327065906991933</c:v>
                </c:pt>
                <c:pt idx="403">
                  <c:v>0.32579795444068022</c:v>
                </c:pt>
                <c:pt idx="404">
                  <c:v>0.28605045649213351</c:v>
                </c:pt>
                <c:pt idx="405">
                  <c:v>0.2615982782659933</c:v>
                </c:pt>
                <c:pt idx="406">
                  <c:v>0.26116540127149995</c:v>
                </c:pt>
                <c:pt idx="407">
                  <c:v>0.25685344484996669</c:v>
                </c:pt>
                <c:pt idx="408">
                  <c:v>0.25499110586075152</c:v>
                </c:pt>
                <c:pt idx="409">
                  <c:v>0.25650865067966361</c:v>
                </c:pt>
                <c:pt idx="410">
                  <c:v>0.25792742824125225</c:v>
                </c:pt>
                <c:pt idx="411">
                  <c:v>0.25233764740502629</c:v>
                </c:pt>
                <c:pt idx="412">
                  <c:v>0.25309987559775571</c:v>
                </c:pt>
                <c:pt idx="413">
                  <c:v>0.26127048207989212</c:v>
                </c:pt>
                <c:pt idx="414">
                  <c:v>0.25475555466975197</c:v>
                </c:pt>
                <c:pt idx="415">
                  <c:v>0.25596035624616559</c:v>
                </c:pt>
                <c:pt idx="416">
                  <c:v>0.27482392255977428</c:v>
                </c:pt>
                <c:pt idx="417">
                  <c:v>0.27530735511677307</c:v>
                </c:pt>
                <c:pt idx="418">
                  <c:v>0.26106525603050773</c:v>
                </c:pt>
                <c:pt idx="419">
                  <c:v>0.27324722283549968</c:v>
                </c:pt>
                <c:pt idx="420">
                  <c:v>0.27177230481407644</c:v>
                </c:pt>
                <c:pt idx="421">
                  <c:v>0.26752786747085083</c:v>
                </c:pt>
                <c:pt idx="422">
                  <c:v>0.2564327444537553</c:v>
                </c:pt>
                <c:pt idx="423">
                  <c:v>0.27381980571020093</c:v>
                </c:pt>
                <c:pt idx="424">
                  <c:v>0.27716685040777828</c:v>
                </c:pt>
                <c:pt idx="425">
                  <c:v>0.27354787820552101</c:v>
                </c:pt>
                <c:pt idx="426">
                  <c:v>0.27117256020314334</c:v>
                </c:pt>
                <c:pt idx="427">
                  <c:v>0.27261303828289213</c:v>
                </c:pt>
                <c:pt idx="428">
                  <c:v>0.2462621348925233</c:v>
                </c:pt>
                <c:pt idx="429">
                  <c:v>0.23470627888406989</c:v>
                </c:pt>
                <c:pt idx="430">
                  <c:v>0.23666975484407232</c:v>
                </c:pt>
                <c:pt idx="431">
                  <c:v>0.21515647509017072</c:v>
                </c:pt>
                <c:pt idx="432">
                  <c:v>0.21682189777084218</c:v>
                </c:pt>
                <c:pt idx="433">
                  <c:v>0.22167678034279534</c:v>
                </c:pt>
                <c:pt idx="434">
                  <c:v>0.22650538822844604</c:v>
                </c:pt>
                <c:pt idx="435">
                  <c:v>0.20217753576625902</c:v>
                </c:pt>
                <c:pt idx="436">
                  <c:v>0.19525669564195691</c:v>
                </c:pt>
                <c:pt idx="437">
                  <c:v>0.18719181666316789</c:v>
                </c:pt>
                <c:pt idx="438">
                  <c:v>0.18723686177986779</c:v>
                </c:pt>
                <c:pt idx="439">
                  <c:v>0.17985719945331582</c:v>
                </c:pt>
                <c:pt idx="440">
                  <c:v>0.17654110775850532</c:v>
                </c:pt>
                <c:pt idx="441">
                  <c:v>0.17100679407411129</c:v>
                </c:pt>
                <c:pt idx="442">
                  <c:v>0.16672439385730828</c:v>
                </c:pt>
                <c:pt idx="443">
                  <c:v>0.16843990338600154</c:v>
                </c:pt>
                <c:pt idx="444">
                  <c:v>0.16875015737811505</c:v>
                </c:pt>
                <c:pt idx="445">
                  <c:v>0.19117013557228346</c:v>
                </c:pt>
                <c:pt idx="446">
                  <c:v>0.19602867365936147</c:v>
                </c:pt>
                <c:pt idx="447">
                  <c:v>0.19375501903032183</c:v>
                </c:pt>
                <c:pt idx="448">
                  <c:v>0.1974432766852596</c:v>
                </c:pt>
                <c:pt idx="449">
                  <c:v>0.20375763826607185</c:v>
                </c:pt>
                <c:pt idx="450">
                  <c:v>0.21439138835391666</c:v>
                </c:pt>
                <c:pt idx="451">
                  <c:v>0.21713552150528914</c:v>
                </c:pt>
                <c:pt idx="452">
                  <c:v>0.21971552749360038</c:v>
                </c:pt>
                <c:pt idx="453">
                  <c:v>0.21996462000068118</c:v>
                </c:pt>
                <c:pt idx="454">
                  <c:v>0.22700626840305702</c:v>
                </c:pt>
                <c:pt idx="455">
                  <c:v>0.23566098428234034</c:v>
                </c:pt>
                <c:pt idx="456">
                  <c:v>0.23741842456754961</c:v>
                </c:pt>
                <c:pt idx="457">
                  <c:v>0.22209978800565244</c:v>
                </c:pt>
                <c:pt idx="458">
                  <c:v>0.21484689862876466</c:v>
                </c:pt>
                <c:pt idx="459">
                  <c:v>0.21504298408830549</c:v>
                </c:pt>
                <c:pt idx="460">
                  <c:v>0.21689810137983132</c:v>
                </c:pt>
                <c:pt idx="461">
                  <c:v>0.21188731259203322</c:v>
                </c:pt>
                <c:pt idx="462">
                  <c:v>0.1995534841870405</c:v>
                </c:pt>
                <c:pt idx="463">
                  <c:v>0.19989615045148987</c:v>
                </c:pt>
                <c:pt idx="464">
                  <c:v>0.21056622703193251</c:v>
                </c:pt>
                <c:pt idx="465">
                  <c:v>0.213904450313567</c:v>
                </c:pt>
                <c:pt idx="466">
                  <c:v>0.20072103281337259</c:v>
                </c:pt>
                <c:pt idx="467">
                  <c:v>0.19345549251032576</c:v>
                </c:pt>
                <c:pt idx="468">
                  <c:v>0.18430464226300522</c:v>
                </c:pt>
                <c:pt idx="469">
                  <c:v>0.18133933865749235</c:v>
                </c:pt>
                <c:pt idx="470">
                  <c:v>0.174948435789854</c:v>
                </c:pt>
                <c:pt idx="471">
                  <c:v>0.17244378752851525</c:v>
                </c:pt>
                <c:pt idx="472">
                  <c:v>0.16607325440578838</c:v>
                </c:pt>
                <c:pt idx="473">
                  <c:v>0.16914419431796535</c:v>
                </c:pt>
                <c:pt idx="474">
                  <c:v>0.16140859323142609</c:v>
                </c:pt>
                <c:pt idx="475">
                  <c:v>0.16497757702817512</c:v>
                </c:pt>
                <c:pt idx="476">
                  <c:v>0.14335404529772333</c:v>
                </c:pt>
                <c:pt idx="477">
                  <c:v>0.13878102899438555</c:v>
                </c:pt>
                <c:pt idx="478">
                  <c:v>0.13675471441968523</c:v>
                </c:pt>
                <c:pt idx="479">
                  <c:v>0.13491684833517956</c:v>
                </c:pt>
                <c:pt idx="480">
                  <c:v>0.16403062074740046</c:v>
                </c:pt>
                <c:pt idx="481">
                  <c:v>0.17497347158083087</c:v>
                </c:pt>
                <c:pt idx="482">
                  <c:v>0.17410633746564122</c:v>
                </c:pt>
                <c:pt idx="483">
                  <c:v>0.18376417720786259</c:v>
                </c:pt>
                <c:pt idx="484">
                  <c:v>0.1791318287709005</c:v>
                </c:pt>
                <c:pt idx="485">
                  <c:v>0.18580360209744576</c:v>
                </c:pt>
                <c:pt idx="486">
                  <c:v>0.18900446572850738</c:v>
                </c:pt>
                <c:pt idx="487">
                  <c:v>0.18389020742653164</c:v>
                </c:pt>
                <c:pt idx="488">
                  <c:v>0.1930477036128449</c:v>
                </c:pt>
                <c:pt idx="489">
                  <c:v>0.20964710098088113</c:v>
                </c:pt>
                <c:pt idx="490">
                  <c:v>0.21566020674170583</c:v>
                </c:pt>
                <c:pt idx="491">
                  <c:v>0.21617013887453418</c:v>
                </c:pt>
                <c:pt idx="492">
                  <c:v>0.19982511457471849</c:v>
                </c:pt>
                <c:pt idx="493">
                  <c:v>0.20129852834132872</c:v>
                </c:pt>
                <c:pt idx="494">
                  <c:v>0.2052239117472352</c:v>
                </c:pt>
                <c:pt idx="495">
                  <c:v>0.19815860453537676</c:v>
                </c:pt>
                <c:pt idx="496">
                  <c:v>0.2066295740016533</c:v>
                </c:pt>
                <c:pt idx="497">
                  <c:v>0.21793466665201081</c:v>
                </c:pt>
                <c:pt idx="498">
                  <c:v>0.22624715688164126</c:v>
                </c:pt>
                <c:pt idx="499">
                  <c:v>0.23962190681318757</c:v>
                </c:pt>
                <c:pt idx="500">
                  <c:v>0.22997322756204308</c:v>
                </c:pt>
                <c:pt idx="501">
                  <c:v>0.21886467042660668</c:v>
                </c:pt>
                <c:pt idx="502">
                  <c:v>0.21486332732284177</c:v>
                </c:pt>
                <c:pt idx="503">
                  <c:v>0.21777394036142025</c:v>
                </c:pt>
                <c:pt idx="504">
                  <c:v>0.21632023726425514</c:v>
                </c:pt>
                <c:pt idx="505">
                  <c:v>0.21262147778644858</c:v>
                </c:pt>
                <c:pt idx="506">
                  <c:v>0.20985224351615461</c:v>
                </c:pt>
                <c:pt idx="507">
                  <c:v>0.21338369980869806</c:v>
                </c:pt>
                <c:pt idx="508">
                  <c:v>0.20912197596003451</c:v>
                </c:pt>
                <c:pt idx="509">
                  <c:v>0.19202800722750551</c:v>
                </c:pt>
                <c:pt idx="510">
                  <c:v>0.1820675062084256</c:v>
                </c:pt>
                <c:pt idx="511">
                  <c:v>0.16521300788613866</c:v>
                </c:pt>
                <c:pt idx="512">
                  <c:v>0.17275499109676065</c:v>
                </c:pt>
                <c:pt idx="513">
                  <c:v>0.17827376281000223</c:v>
                </c:pt>
                <c:pt idx="514">
                  <c:v>0.17792470327229173</c:v>
                </c:pt>
                <c:pt idx="515">
                  <c:v>0.17675397775040072</c:v>
                </c:pt>
                <c:pt idx="516">
                  <c:v>0.18023135791424244</c:v>
                </c:pt>
                <c:pt idx="517">
                  <c:v>0.17486984759370242</c:v>
                </c:pt>
                <c:pt idx="518">
                  <c:v>0.1745714105309025</c:v>
                </c:pt>
                <c:pt idx="519">
                  <c:v>0.18964281905715225</c:v>
                </c:pt>
                <c:pt idx="520">
                  <c:v>0.19385324108407989</c:v>
                </c:pt>
                <c:pt idx="521">
                  <c:v>0.19941274219192107</c:v>
                </c:pt>
                <c:pt idx="522">
                  <c:v>0.19767102726759431</c:v>
                </c:pt>
                <c:pt idx="523">
                  <c:v>0.23354265983728634</c:v>
                </c:pt>
                <c:pt idx="524">
                  <c:v>0.35954836727693784</c:v>
                </c:pt>
                <c:pt idx="525">
                  <c:v>0.36741341111256448</c:v>
                </c:pt>
                <c:pt idx="526">
                  <c:v>0.3697673785404223</c:v>
                </c:pt>
                <c:pt idx="527">
                  <c:v>0.36897965340494904</c:v>
                </c:pt>
                <c:pt idx="528">
                  <c:v>0.37410284569470065</c:v>
                </c:pt>
                <c:pt idx="529">
                  <c:v>0.3795781634928197</c:v>
                </c:pt>
                <c:pt idx="530">
                  <c:v>0.37717526642906002</c:v>
                </c:pt>
                <c:pt idx="531">
                  <c:v>0.36600673855360927</c:v>
                </c:pt>
                <c:pt idx="532">
                  <c:v>0.36772518382484443</c:v>
                </c:pt>
                <c:pt idx="533">
                  <c:v>0.36626860937130162</c:v>
                </c:pt>
                <c:pt idx="534">
                  <c:v>0.3709063206920265</c:v>
                </c:pt>
                <c:pt idx="535">
                  <c:v>0.35463606042650003</c:v>
                </c:pt>
                <c:pt idx="536">
                  <c:v>0.21324954852389441</c:v>
                </c:pt>
                <c:pt idx="537">
                  <c:v>0.20008001866346864</c:v>
                </c:pt>
                <c:pt idx="538">
                  <c:v>0.19547634181075349</c:v>
                </c:pt>
                <c:pt idx="539">
                  <c:v>0.19183910313659033</c:v>
                </c:pt>
                <c:pt idx="540">
                  <c:v>0.17776758969523396</c:v>
                </c:pt>
                <c:pt idx="541">
                  <c:v>0.17047351331608881</c:v>
                </c:pt>
                <c:pt idx="542">
                  <c:v>0.1704634811689556</c:v>
                </c:pt>
                <c:pt idx="543">
                  <c:v>0.17261029755826165</c:v>
                </c:pt>
                <c:pt idx="544">
                  <c:v>0.16633857982724137</c:v>
                </c:pt>
                <c:pt idx="545">
                  <c:v>0.16395517362065964</c:v>
                </c:pt>
                <c:pt idx="546">
                  <c:v>0.16013243668640789</c:v>
                </c:pt>
                <c:pt idx="547">
                  <c:v>0.14841369481811775</c:v>
                </c:pt>
                <c:pt idx="548">
                  <c:v>0.15533185255773005</c:v>
                </c:pt>
                <c:pt idx="549">
                  <c:v>0.1555435358062939</c:v>
                </c:pt>
                <c:pt idx="550">
                  <c:v>0.15351534158486416</c:v>
                </c:pt>
                <c:pt idx="551">
                  <c:v>0.16767132042166644</c:v>
                </c:pt>
                <c:pt idx="552">
                  <c:v>0.16860845930316634</c:v>
                </c:pt>
                <c:pt idx="553">
                  <c:v>0.16520734258232359</c:v>
                </c:pt>
                <c:pt idx="554">
                  <c:v>0.17004835593165379</c:v>
                </c:pt>
                <c:pt idx="555">
                  <c:v>0.17039526202840238</c:v>
                </c:pt>
                <c:pt idx="556">
                  <c:v>0.16979786634117985</c:v>
                </c:pt>
                <c:pt idx="557">
                  <c:v>0.16756947172870398</c:v>
                </c:pt>
                <c:pt idx="558">
                  <c:v>0.16460530150616298</c:v>
                </c:pt>
                <c:pt idx="559">
                  <c:v>0.1618307724127859</c:v>
                </c:pt>
                <c:pt idx="560">
                  <c:v>0.17576026053018962</c:v>
                </c:pt>
                <c:pt idx="561">
                  <c:v>0.17493559512413234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B4-40E6-BDC8-51E6BDC65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04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 dirty="0" err="1">
                <a:solidFill>
                  <a:srgbClr val="10243A"/>
                </a:solidFill>
                <a:latin typeface="Calibri"/>
              </a:rPr>
              <a:t>Drawdown</a:t>
            </a:r>
            <a:endParaRPr lang="es-CO" sz="1300" b="0" i="0" u="none" strike="noStrike" dirty="0">
              <a:solidFill>
                <a:srgbClr val="10243A"/>
              </a:solidFill>
              <a:latin typeface="Calibri"/>
            </a:endParaRP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Financiero</c:v>
                </c:pt>
              </c:strCache>
            </c:strRef>
          </c:tx>
          <c:spPr>
            <a:ln w="22225" cap="flat">
              <a:solidFill>
                <a:srgbClr val="2B6CA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Sheet1!$A$2:$A$575</c:f>
              <c:strCache>
                <c:ptCount val="574"/>
                <c:pt idx="0">
                  <c:v>2015-01</c:v>
                </c:pt>
                <c:pt idx="1">
                  <c:v>2015-01</c:v>
                </c:pt>
                <c:pt idx="2">
                  <c:v>2015-01</c:v>
                </c:pt>
                <c:pt idx="3">
                  <c:v>2015-01</c:v>
                </c:pt>
                <c:pt idx="4">
                  <c:v>2015-01</c:v>
                </c:pt>
                <c:pt idx="5">
                  <c:v>2015-02</c:v>
                </c:pt>
                <c:pt idx="6">
                  <c:v>2015-02</c:v>
                </c:pt>
                <c:pt idx="7">
                  <c:v>2015-02</c:v>
                </c:pt>
                <c:pt idx="8">
                  <c:v>2015-02</c:v>
                </c:pt>
                <c:pt idx="9">
                  <c:v>2015-03</c:v>
                </c:pt>
                <c:pt idx="10">
                  <c:v>2015-03</c:v>
                </c:pt>
                <c:pt idx="11">
                  <c:v>2015-03</c:v>
                </c:pt>
                <c:pt idx="12">
                  <c:v>2015-03</c:v>
                </c:pt>
                <c:pt idx="13">
                  <c:v>2015-04</c:v>
                </c:pt>
                <c:pt idx="14">
                  <c:v>2015-04</c:v>
                </c:pt>
                <c:pt idx="15">
                  <c:v>2015-04</c:v>
                </c:pt>
                <c:pt idx="16">
                  <c:v>2015-04</c:v>
                </c:pt>
                <c:pt idx="17">
                  <c:v>2015-04</c:v>
                </c:pt>
                <c:pt idx="18">
                  <c:v>2015-05</c:v>
                </c:pt>
                <c:pt idx="19">
                  <c:v>2015-05</c:v>
                </c:pt>
                <c:pt idx="20">
                  <c:v>2015-05</c:v>
                </c:pt>
                <c:pt idx="21">
                  <c:v>2015-05</c:v>
                </c:pt>
                <c:pt idx="22">
                  <c:v>2015-06</c:v>
                </c:pt>
                <c:pt idx="23">
                  <c:v>2015-06</c:v>
                </c:pt>
                <c:pt idx="24">
                  <c:v>2015-06</c:v>
                </c:pt>
                <c:pt idx="25">
                  <c:v>2015-06</c:v>
                </c:pt>
                <c:pt idx="26">
                  <c:v>2015-07</c:v>
                </c:pt>
                <c:pt idx="27">
                  <c:v>2015-07</c:v>
                </c:pt>
                <c:pt idx="28">
                  <c:v>2015-07</c:v>
                </c:pt>
                <c:pt idx="29">
                  <c:v>2015-07</c:v>
                </c:pt>
                <c:pt idx="30">
                  <c:v>2015-07</c:v>
                </c:pt>
                <c:pt idx="31">
                  <c:v>2015-08</c:v>
                </c:pt>
                <c:pt idx="32">
                  <c:v>2015-08</c:v>
                </c:pt>
                <c:pt idx="33">
                  <c:v>2015-08</c:v>
                </c:pt>
                <c:pt idx="34">
                  <c:v>2015-08</c:v>
                </c:pt>
                <c:pt idx="35">
                  <c:v>2015-09</c:v>
                </c:pt>
                <c:pt idx="36">
                  <c:v>2015-09</c:v>
                </c:pt>
                <c:pt idx="37">
                  <c:v>2015-09</c:v>
                </c:pt>
                <c:pt idx="38">
                  <c:v>2015-09</c:v>
                </c:pt>
                <c:pt idx="39">
                  <c:v>2015-10</c:v>
                </c:pt>
                <c:pt idx="40">
                  <c:v>2015-10</c:v>
                </c:pt>
                <c:pt idx="41">
                  <c:v>2015-10</c:v>
                </c:pt>
                <c:pt idx="42">
                  <c:v>2015-10</c:v>
                </c:pt>
                <c:pt idx="43">
                  <c:v>2015-10</c:v>
                </c:pt>
                <c:pt idx="44">
                  <c:v>2015-11</c:v>
                </c:pt>
                <c:pt idx="45">
                  <c:v>2015-11</c:v>
                </c:pt>
                <c:pt idx="46">
                  <c:v>2015-11</c:v>
                </c:pt>
                <c:pt idx="47">
                  <c:v>2015-11</c:v>
                </c:pt>
                <c:pt idx="48">
                  <c:v>2015-12</c:v>
                </c:pt>
                <c:pt idx="49">
                  <c:v>2015-12</c:v>
                </c:pt>
                <c:pt idx="50">
                  <c:v>2015-12</c:v>
                </c:pt>
                <c:pt idx="51">
                  <c:v>2015-12</c:v>
                </c:pt>
                <c:pt idx="52">
                  <c:v>2015-12</c:v>
                </c:pt>
                <c:pt idx="53">
                  <c:v>2016-01</c:v>
                </c:pt>
                <c:pt idx="54">
                  <c:v>2016-01</c:v>
                </c:pt>
                <c:pt idx="55">
                  <c:v>2016-01</c:v>
                </c:pt>
                <c:pt idx="56">
                  <c:v>2016-01</c:v>
                </c:pt>
                <c:pt idx="57">
                  <c:v>2016-02</c:v>
                </c:pt>
                <c:pt idx="58">
                  <c:v>2016-02</c:v>
                </c:pt>
                <c:pt idx="59">
                  <c:v>2016-02</c:v>
                </c:pt>
                <c:pt idx="60">
                  <c:v>2016-02</c:v>
                </c:pt>
                <c:pt idx="61">
                  <c:v>2016-03</c:v>
                </c:pt>
                <c:pt idx="62">
                  <c:v>2016-03</c:v>
                </c:pt>
                <c:pt idx="63">
                  <c:v>2016-03</c:v>
                </c:pt>
                <c:pt idx="64">
                  <c:v>2016-03</c:v>
                </c:pt>
                <c:pt idx="65">
                  <c:v>2016-03</c:v>
                </c:pt>
                <c:pt idx="66">
                  <c:v>2016-04</c:v>
                </c:pt>
                <c:pt idx="67">
                  <c:v>2016-04</c:v>
                </c:pt>
                <c:pt idx="68">
                  <c:v>2016-04</c:v>
                </c:pt>
                <c:pt idx="69">
                  <c:v>2016-04</c:v>
                </c:pt>
                <c:pt idx="70">
                  <c:v>2016-05</c:v>
                </c:pt>
                <c:pt idx="71">
                  <c:v>2016-05</c:v>
                </c:pt>
                <c:pt idx="72">
                  <c:v>2016-05</c:v>
                </c:pt>
                <c:pt idx="73">
                  <c:v>2016-05</c:v>
                </c:pt>
                <c:pt idx="74">
                  <c:v>2016-06</c:v>
                </c:pt>
                <c:pt idx="75">
                  <c:v>2016-06</c:v>
                </c:pt>
                <c:pt idx="76">
                  <c:v>2016-06</c:v>
                </c:pt>
                <c:pt idx="77">
                  <c:v>2016-06</c:v>
                </c:pt>
                <c:pt idx="78">
                  <c:v>2016-06</c:v>
                </c:pt>
                <c:pt idx="79">
                  <c:v>2016-07</c:v>
                </c:pt>
                <c:pt idx="80">
                  <c:v>2016-07</c:v>
                </c:pt>
                <c:pt idx="81">
                  <c:v>2016-07</c:v>
                </c:pt>
                <c:pt idx="82">
                  <c:v>2016-07</c:v>
                </c:pt>
                <c:pt idx="83">
                  <c:v>2016-08</c:v>
                </c:pt>
                <c:pt idx="84">
                  <c:v>2016-08</c:v>
                </c:pt>
                <c:pt idx="85">
                  <c:v>2016-08</c:v>
                </c:pt>
                <c:pt idx="86">
                  <c:v>2016-08</c:v>
                </c:pt>
                <c:pt idx="87">
                  <c:v>2016-09</c:v>
                </c:pt>
                <c:pt idx="88">
                  <c:v>2016-09</c:v>
                </c:pt>
                <c:pt idx="89">
                  <c:v>2016-09</c:v>
                </c:pt>
                <c:pt idx="90">
                  <c:v>2016-09</c:v>
                </c:pt>
                <c:pt idx="91">
                  <c:v>2016-09</c:v>
                </c:pt>
                <c:pt idx="92">
                  <c:v>2016-10</c:v>
                </c:pt>
                <c:pt idx="93">
                  <c:v>2016-10</c:v>
                </c:pt>
                <c:pt idx="94">
                  <c:v>2016-10</c:v>
                </c:pt>
                <c:pt idx="95">
                  <c:v>2016-10</c:v>
                </c:pt>
                <c:pt idx="96">
                  <c:v>2016-11</c:v>
                </c:pt>
                <c:pt idx="97">
                  <c:v>2016-11</c:v>
                </c:pt>
                <c:pt idx="98">
                  <c:v>2016-11</c:v>
                </c:pt>
                <c:pt idx="99">
                  <c:v>2016-11</c:v>
                </c:pt>
                <c:pt idx="100">
                  <c:v>2016-12</c:v>
                </c:pt>
                <c:pt idx="101">
                  <c:v>2016-12</c:v>
                </c:pt>
                <c:pt idx="102">
                  <c:v>2016-12</c:v>
                </c:pt>
                <c:pt idx="103">
                  <c:v>2016-12</c:v>
                </c:pt>
                <c:pt idx="104">
                  <c:v>2016-12</c:v>
                </c:pt>
                <c:pt idx="105">
                  <c:v>2017-01</c:v>
                </c:pt>
                <c:pt idx="106">
                  <c:v>2017-01</c:v>
                </c:pt>
                <c:pt idx="107">
                  <c:v>2017-01</c:v>
                </c:pt>
                <c:pt idx="108">
                  <c:v>2017-01</c:v>
                </c:pt>
                <c:pt idx="109">
                  <c:v>2017-02</c:v>
                </c:pt>
                <c:pt idx="110">
                  <c:v>2017-02</c:v>
                </c:pt>
                <c:pt idx="111">
                  <c:v>2017-02</c:v>
                </c:pt>
                <c:pt idx="112">
                  <c:v>2017-02</c:v>
                </c:pt>
                <c:pt idx="113">
                  <c:v>2017-03</c:v>
                </c:pt>
                <c:pt idx="114">
                  <c:v>2017-03</c:v>
                </c:pt>
                <c:pt idx="115">
                  <c:v>2017-03</c:v>
                </c:pt>
                <c:pt idx="116">
                  <c:v>2017-03</c:v>
                </c:pt>
                <c:pt idx="117">
                  <c:v>2017-03</c:v>
                </c:pt>
                <c:pt idx="118">
                  <c:v>2017-04</c:v>
                </c:pt>
                <c:pt idx="119">
                  <c:v>2017-04</c:v>
                </c:pt>
                <c:pt idx="120">
                  <c:v>2017-04</c:v>
                </c:pt>
                <c:pt idx="121">
                  <c:v>2017-04</c:v>
                </c:pt>
                <c:pt idx="122">
                  <c:v>2017-05</c:v>
                </c:pt>
                <c:pt idx="123">
                  <c:v>2017-05</c:v>
                </c:pt>
                <c:pt idx="124">
                  <c:v>2017-05</c:v>
                </c:pt>
                <c:pt idx="125">
                  <c:v>2017-05</c:v>
                </c:pt>
                <c:pt idx="126">
                  <c:v>2017-06</c:v>
                </c:pt>
                <c:pt idx="127">
                  <c:v>2017-06</c:v>
                </c:pt>
                <c:pt idx="128">
                  <c:v>2017-06</c:v>
                </c:pt>
                <c:pt idx="129">
                  <c:v>2017-06</c:v>
                </c:pt>
                <c:pt idx="130">
                  <c:v>2017-06</c:v>
                </c:pt>
                <c:pt idx="131">
                  <c:v>2017-07</c:v>
                </c:pt>
                <c:pt idx="132">
                  <c:v>2017-07</c:v>
                </c:pt>
                <c:pt idx="133">
                  <c:v>2017-07</c:v>
                </c:pt>
                <c:pt idx="134">
                  <c:v>2017-07</c:v>
                </c:pt>
                <c:pt idx="135">
                  <c:v>2017-08</c:v>
                </c:pt>
                <c:pt idx="136">
                  <c:v>2017-08</c:v>
                </c:pt>
                <c:pt idx="137">
                  <c:v>2017-08</c:v>
                </c:pt>
                <c:pt idx="138">
                  <c:v>2017-08</c:v>
                </c:pt>
                <c:pt idx="139">
                  <c:v>2017-08</c:v>
                </c:pt>
                <c:pt idx="140">
                  <c:v>2017-09</c:v>
                </c:pt>
                <c:pt idx="141">
                  <c:v>2017-09</c:v>
                </c:pt>
                <c:pt idx="142">
                  <c:v>2017-09</c:v>
                </c:pt>
                <c:pt idx="143">
                  <c:v>2017-09</c:v>
                </c:pt>
                <c:pt idx="144">
                  <c:v>2017-10</c:v>
                </c:pt>
                <c:pt idx="145">
                  <c:v>2017-10</c:v>
                </c:pt>
                <c:pt idx="146">
                  <c:v>2017-10</c:v>
                </c:pt>
                <c:pt idx="147">
                  <c:v>2017-10</c:v>
                </c:pt>
                <c:pt idx="148">
                  <c:v>2017-11</c:v>
                </c:pt>
                <c:pt idx="149">
                  <c:v>2017-11</c:v>
                </c:pt>
                <c:pt idx="150">
                  <c:v>2017-11</c:v>
                </c:pt>
                <c:pt idx="151">
                  <c:v>2017-11</c:v>
                </c:pt>
                <c:pt idx="152">
                  <c:v>2017-11</c:v>
                </c:pt>
                <c:pt idx="153">
                  <c:v>2017-12</c:v>
                </c:pt>
                <c:pt idx="154">
                  <c:v>2017-12</c:v>
                </c:pt>
                <c:pt idx="155">
                  <c:v>2017-12</c:v>
                </c:pt>
                <c:pt idx="156">
                  <c:v>2017-12</c:v>
                </c:pt>
                <c:pt idx="157">
                  <c:v>2018-01</c:v>
                </c:pt>
                <c:pt idx="158">
                  <c:v>2018-01</c:v>
                </c:pt>
                <c:pt idx="159">
                  <c:v>2018-01</c:v>
                </c:pt>
                <c:pt idx="160">
                  <c:v>2018-01</c:v>
                </c:pt>
                <c:pt idx="161">
                  <c:v>2018-02</c:v>
                </c:pt>
                <c:pt idx="162">
                  <c:v>2018-02</c:v>
                </c:pt>
                <c:pt idx="163">
                  <c:v>2018-02</c:v>
                </c:pt>
                <c:pt idx="164">
                  <c:v>2018-02</c:v>
                </c:pt>
                <c:pt idx="165">
                  <c:v>2018-03</c:v>
                </c:pt>
                <c:pt idx="166">
                  <c:v>2018-03</c:v>
                </c:pt>
                <c:pt idx="167">
                  <c:v>2018-03</c:v>
                </c:pt>
                <c:pt idx="168">
                  <c:v>2018-03</c:v>
                </c:pt>
                <c:pt idx="169">
                  <c:v>2018-03</c:v>
                </c:pt>
                <c:pt idx="170">
                  <c:v>2018-04</c:v>
                </c:pt>
                <c:pt idx="171">
                  <c:v>2018-04</c:v>
                </c:pt>
                <c:pt idx="172">
                  <c:v>2018-04</c:v>
                </c:pt>
                <c:pt idx="173">
                  <c:v>2018-04</c:v>
                </c:pt>
                <c:pt idx="174">
                  <c:v>2018-05</c:v>
                </c:pt>
                <c:pt idx="175">
                  <c:v>2018-05</c:v>
                </c:pt>
                <c:pt idx="176">
                  <c:v>2018-05</c:v>
                </c:pt>
                <c:pt idx="177">
                  <c:v>2018-05</c:v>
                </c:pt>
                <c:pt idx="178">
                  <c:v>2018-05</c:v>
                </c:pt>
                <c:pt idx="179">
                  <c:v>2018-06</c:v>
                </c:pt>
                <c:pt idx="180">
                  <c:v>2018-06</c:v>
                </c:pt>
                <c:pt idx="181">
                  <c:v>2018-06</c:v>
                </c:pt>
                <c:pt idx="182">
                  <c:v>2018-06</c:v>
                </c:pt>
                <c:pt idx="183">
                  <c:v>2018-07</c:v>
                </c:pt>
                <c:pt idx="184">
                  <c:v>2018-07</c:v>
                </c:pt>
                <c:pt idx="185">
                  <c:v>2018-07</c:v>
                </c:pt>
                <c:pt idx="186">
                  <c:v>2018-07</c:v>
                </c:pt>
                <c:pt idx="187">
                  <c:v>2018-08</c:v>
                </c:pt>
                <c:pt idx="188">
                  <c:v>2018-08</c:v>
                </c:pt>
                <c:pt idx="189">
                  <c:v>2018-08</c:v>
                </c:pt>
                <c:pt idx="190">
                  <c:v>2018-08</c:v>
                </c:pt>
                <c:pt idx="191">
                  <c:v>2018-08</c:v>
                </c:pt>
                <c:pt idx="192">
                  <c:v>2018-09</c:v>
                </c:pt>
                <c:pt idx="193">
                  <c:v>2018-09</c:v>
                </c:pt>
                <c:pt idx="194">
                  <c:v>2018-09</c:v>
                </c:pt>
                <c:pt idx="195">
                  <c:v>2018-09</c:v>
                </c:pt>
                <c:pt idx="196">
                  <c:v>2018-10</c:v>
                </c:pt>
                <c:pt idx="197">
                  <c:v>2018-10</c:v>
                </c:pt>
                <c:pt idx="198">
                  <c:v>2018-10</c:v>
                </c:pt>
                <c:pt idx="199">
                  <c:v>2018-10</c:v>
                </c:pt>
                <c:pt idx="200">
                  <c:v>2018-11</c:v>
                </c:pt>
                <c:pt idx="201">
                  <c:v>2018-11</c:v>
                </c:pt>
                <c:pt idx="202">
                  <c:v>2018-11</c:v>
                </c:pt>
                <c:pt idx="203">
                  <c:v>2018-11</c:v>
                </c:pt>
                <c:pt idx="204">
                  <c:v>2018-11</c:v>
                </c:pt>
                <c:pt idx="205">
                  <c:v>2018-12</c:v>
                </c:pt>
                <c:pt idx="206">
                  <c:v>2018-12</c:v>
                </c:pt>
                <c:pt idx="207">
                  <c:v>2018-12</c:v>
                </c:pt>
                <c:pt idx="208">
                  <c:v>2018-12</c:v>
                </c:pt>
                <c:pt idx="209">
                  <c:v>2019-01</c:v>
                </c:pt>
                <c:pt idx="210">
                  <c:v>2019-01</c:v>
                </c:pt>
                <c:pt idx="211">
                  <c:v>2019-01</c:v>
                </c:pt>
                <c:pt idx="212">
                  <c:v>2019-01</c:v>
                </c:pt>
                <c:pt idx="213">
                  <c:v>2019-01</c:v>
                </c:pt>
                <c:pt idx="214">
                  <c:v>2019-02</c:v>
                </c:pt>
                <c:pt idx="215">
                  <c:v>2019-02</c:v>
                </c:pt>
                <c:pt idx="216">
                  <c:v>2019-02</c:v>
                </c:pt>
                <c:pt idx="217">
                  <c:v>2019-02</c:v>
                </c:pt>
                <c:pt idx="218">
                  <c:v>2019-03</c:v>
                </c:pt>
                <c:pt idx="219">
                  <c:v>2019-03</c:v>
                </c:pt>
                <c:pt idx="220">
                  <c:v>2019-03</c:v>
                </c:pt>
                <c:pt idx="221">
                  <c:v>2019-03</c:v>
                </c:pt>
                <c:pt idx="222">
                  <c:v>2019-04</c:v>
                </c:pt>
                <c:pt idx="223">
                  <c:v>2019-04</c:v>
                </c:pt>
                <c:pt idx="224">
                  <c:v>2019-04</c:v>
                </c:pt>
                <c:pt idx="225">
                  <c:v>2019-04</c:v>
                </c:pt>
                <c:pt idx="226">
                  <c:v>2019-05</c:v>
                </c:pt>
                <c:pt idx="227">
                  <c:v>2019-05</c:v>
                </c:pt>
                <c:pt idx="228">
                  <c:v>2019-05</c:v>
                </c:pt>
                <c:pt idx="229">
                  <c:v>2019-05</c:v>
                </c:pt>
                <c:pt idx="230">
                  <c:v>2019-05</c:v>
                </c:pt>
                <c:pt idx="231">
                  <c:v>2019-06</c:v>
                </c:pt>
                <c:pt idx="232">
                  <c:v>2019-06</c:v>
                </c:pt>
                <c:pt idx="233">
                  <c:v>2019-06</c:v>
                </c:pt>
                <c:pt idx="234">
                  <c:v>2019-06</c:v>
                </c:pt>
                <c:pt idx="235">
                  <c:v>2019-07</c:v>
                </c:pt>
                <c:pt idx="236">
                  <c:v>2019-07</c:v>
                </c:pt>
                <c:pt idx="237">
                  <c:v>2019-07</c:v>
                </c:pt>
                <c:pt idx="238">
                  <c:v>2019-07</c:v>
                </c:pt>
                <c:pt idx="239">
                  <c:v>2019-08</c:v>
                </c:pt>
                <c:pt idx="240">
                  <c:v>2019-08</c:v>
                </c:pt>
                <c:pt idx="241">
                  <c:v>2019-08</c:v>
                </c:pt>
                <c:pt idx="242">
                  <c:v>2019-08</c:v>
                </c:pt>
                <c:pt idx="243">
                  <c:v>2019-08</c:v>
                </c:pt>
                <c:pt idx="244">
                  <c:v>2019-09</c:v>
                </c:pt>
                <c:pt idx="245">
                  <c:v>2019-09</c:v>
                </c:pt>
                <c:pt idx="246">
                  <c:v>2019-09</c:v>
                </c:pt>
                <c:pt idx="247">
                  <c:v>2019-09</c:v>
                </c:pt>
                <c:pt idx="248">
                  <c:v>2019-10</c:v>
                </c:pt>
                <c:pt idx="249">
                  <c:v>2019-10</c:v>
                </c:pt>
                <c:pt idx="250">
                  <c:v>2019-10</c:v>
                </c:pt>
                <c:pt idx="251">
                  <c:v>2019-10</c:v>
                </c:pt>
                <c:pt idx="252">
                  <c:v>2019-10</c:v>
                </c:pt>
                <c:pt idx="253">
                  <c:v>2019-11</c:v>
                </c:pt>
                <c:pt idx="254">
                  <c:v>2019-11</c:v>
                </c:pt>
                <c:pt idx="255">
                  <c:v>2019-11</c:v>
                </c:pt>
                <c:pt idx="256">
                  <c:v>2019-11</c:v>
                </c:pt>
                <c:pt idx="257">
                  <c:v>2019-12</c:v>
                </c:pt>
                <c:pt idx="258">
                  <c:v>2019-12</c:v>
                </c:pt>
                <c:pt idx="259">
                  <c:v>2019-12</c:v>
                </c:pt>
                <c:pt idx="260">
                  <c:v>2019-12</c:v>
                </c:pt>
                <c:pt idx="261">
                  <c:v>2020-01</c:v>
                </c:pt>
                <c:pt idx="262">
                  <c:v>2020-01</c:v>
                </c:pt>
                <c:pt idx="263">
                  <c:v>2020-01</c:v>
                </c:pt>
                <c:pt idx="264">
                  <c:v>2020-01</c:v>
                </c:pt>
                <c:pt idx="265">
                  <c:v>2020-01</c:v>
                </c:pt>
                <c:pt idx="266">
                  <c:v>2020-02</c:v>
                </c:pt>
                <c:pt idx="267">
                  <c:v>2020-02</c:v>
                </c:pt>
                <c:pt idx="268">
                  <c:v>2020-02</c:v>
                </c:pt>
                <c:pt idx="269">
                  <c:v>2020-02</c:v>
                </c:pt>
                <c:pt idx="270">
                  <c:v>2020-03</c:v>
                </c:pt>
                <c:pt idx="271">
                  <c:v>2020-03</c:v>
                </c:pt>
                <c:pt idx="272">
                  <c:v>2020-03</c:v>
                </c:pt>
                <c:pt idx="273">
                  <c:v>2020-03</c:v>
                </c:pt>
                <c:pt idx="274">
                  <c:v>2020-04</c:v>
                </c:pt>
                <c:pt idx="275">
                  <c:v>2020-04</c:v>
                </c:pt>
                <c:pt idx="276">
                  <c:v>2020-04</c:v>
                </c:pt>
                <c:pt idx="277">
                  <c:v>2020-04</c:v>
                </c:pt>
                <c:pt idx="278">
                  <c:v>2020-04</c:v>
                </c:pt>
                <c:pt idx="279">
                  <c:v>2020-05</c:v>
                </c:pt>
                <c:pt idx="280">
                  <c:v>2020-05</c:v>
                </c:pt>
                <c:pt idx="281">
                  <c:v>2020-05</c:v>
                </c:pt>
                <c:pt idx="282">
                  <c:v>2020-05</c:v>
                </c:pt>
                <c:pt idx="283">
                  <c:v>2020-06</c:v>
                </c:pt>
                <c:pt idx="284">
                  <c:v>2020-06</c:v>
                </c:pt>
                <c:pt idx="285">
                  <c:v>2020-06</c:v>
                </c:pt>
                <c:pt idx="286">
                  <c:v>2020-06</c:v>
                </c:pt>
                <c:pt idx="287">
                  <c:v>2020-07</c:v>
                </c:pt>
                <c:pt idx="288">
                  <c:v>2020-07</c:v>
                </c:pt>
                <c:pt idx="289">
                  <c:v>2020-07</c:v>
                </c:pt>
                <c:pt idx="290">
                  <c:v>2020-07</c:v>
                </c:pt>
                <c:pt idx="291">
                  <c:v>2020-07</c:v>
                </c:pt>
                <c:pt idx="292">
                  <c:v>2020-08</c:v>
                </c:pt>
                <c:pt idx="293">
                  <c:v>2020-08</c:v>
                </c:pt>
                <c:pt idx="294">
                  <c:v>2020-08</c:v>
                </c:pt>
                <c:pt idx="295">
                  <c:v>2020-08</c:v>
                </c:pt>
                <c:pt idx="296">
                  <c:v>2020-09</c:v>
                </c:pt>
                <c:pt idx="297">
                  <c:v>2020-09</c:v>
                </c:pt>
                <c:pt idx="298">
                  <c:v>2020-09</c:v>
                </c:pt>
                <c:pt idx="299">
                  <c:v>2020-09</c:v>
                </c:pt>
                <c:pt idx="300">
                  <c:v>2020-10</c:v>
                </c:pt>
                <c:pt idx="301">
                  <c:v>2020-10</c:v>
                </c:pt>
                <c:pt idx="302">
                  <c:v>2020-10</c:v>
                </c:pt>
                <c:pt idx="303">
                  <c:v>2020-10</c:v>
                </c:pt>
                <c:pt idx="304">
                  <c:v>2020-10</c:v>
                </c:pt>
                <c:pt idx="305">
                  <c:v>2020-11</c:v>
                </c:pt>
                <c:pt idx="306">
                  <c:v>2020-11</c:v>
                </c:pt>
                <c:pt idx="307">
                  <c:v>2020-11</c:v>
                </c:pt>
                <c:pt idx="308">
                  <c:v>2020-11</c:v>
                </c:pt>
                <c:pt idx="309">
                  <c:v>2020-12</c:v>
                </c:pt>
                <c:pt idx="310">
                  <c:v>2020-12</c:v>
                </c:pt>
                <c:pt idx="311">
                  <c:v>2020-12</c:v>
                </c:pt>
                <c:pt idx="312">
                  <c:v>2020-12</c:v>
                </c:pt>
                <c:pt idx="313">
                  <c:v>2020-12</c:v>
                </c:pt>
                <c:pt idx="314">
                  <c:v>2021-01</c:v>
                </c:pt>
                <c:pt idx="315">
                  <c:v>2021-01</c:v>
                </c:pt>
                <c:pt idx="316">
                  <c:v>2021-01</c:v>
                </c:pt>
                <c:pt idx="317">
                  <c:v>2021-01</c:v>
                </c:pt>
                <c:pt idx="318">
                  <c:v>2021-02</c:v>
                </c:pt>
                <c:pt idx="319">
                  <c:v>2021-02</c:v>
                </c:pt>
                <c:pt idx="320">
                  <c:v>2021-02</c:v>
                </c:pt>
                <c:pt idx="321">
                  <c:v>2021-02</c:v>
                </c:pt>
                <c:pt idx="322">
                  <c:v>2021-03</c:v>
                </c:pt>
                <c:pt idx="323">
                  <c:v>2021-03</c:v>
                </c:pt>
                <c:pt idx="324">
                  <c:v>2021-03</c:v>
                </c:pt>
                <c:pt idx="325">
                  <c:v>2021-03</c:v>
                </c:pt>
                <c:pt idx="326">
                  <c:v>2021-04</c:v>
                </c:pt>
                <c:pt idx="327">
                  <c:v>2021-04</c:v>
                </c:pt>
                <c:pt idx="328">
                  <c:v>2021-04</c:v>
                </c:pt>
                <c:pt idx="329">
                  <c:v>2021-04</c:v>
                </c:pt>
                <c:pt idx="330">
                  <c:v>2021-04</c:v>
                </c:pt>
                <c:pt idx="331">
                  <c:v>2021-05</c:v>
                </c:pt>
                <c:pt idx="332">
                  <c:v>2021-05</c:v>
                </c:pt>
                <c:pt idx="333">
                  <c:v>2021-05</c:v>
                </c:pt>
                <c:pt idx="334">
                  <c:v>2021-05</c:v>
                </c:pt>
                <c:pt idx="335">
                  <c:v>2021-06</c:v>
                </c:pt>
                <c:pt idx="336">
                  <c:v>2021-06</c:v>
                </c:pt>
                <c:pt idx="337">
                  <c:v>2021-06</c:v>
                </c:pt>
                <c:pt idx="338">
                  <c:v>2021-06</c:v>
                </c:pt>
                <c:pt idx="339">
                  <c:v>2021-07</c:v>
                </c:pt>
                <c:pt idx="340">
                  <c:v>2021-07</c:v>
                </c:pt>
                <c:pt idx="341">
                  <c:v>2021-07</c:v>
                </c:pt>
                <c:pt idx="342">
                  <c:v>2021-07</c:v>
                </c:pt>
                <c:pt idx="343">
                  <c:v>2021-07</c:v>
                </c:pt>
                <c:pt idx="344">
                  <c:v>2021-08</c:v>
                </c:pt>
                <c:pt idx="345">
                  <c:v>2021-08</c:v>
                </c:pt>
                <c:pt idx="346">
                  <c:v>2021-08</c:v>
                </c:pt>
                <c:pt idx="347">
                  <c:v>2021-08</c:v>
                </c:pt>
                <c:pt idx="348">
                  <c:v>2021-09</c:v>
                </c:pt>
                <c:pt idx="349">
                  <c:v>2021-09</c:v>
                </c:pt>
                <c:pt idx="350">
                  <c:v>2021-09</c:v>
                </c:pt>
                <c:pt idx="351">
                  <c:v>2021-09</c:v>
                </c:pt>
                <c:pt idx="352">
                  <c:v>2021-09</c:v>
                </c:pt>
                <c:pt idx="353">
                  <c:v>2021-10</c:v>
                </c:pt>
                <c:pt idx="354">
                  <c:v>2021-10</c:v>
                </c:pt>
                <c:pt idx="355">
                  <c:v>2021-10</c:v>
                </c:pt>
                <c:pt idx="356">
                  <c:v>2021-10</c:v>
                </c:pt>
                <c:pt idx="357">
                  <c:v>2021-11</c:v>
                </c:pt>
                <c:pt idx="358">
                  <c:v>2021-11</c:v>
                </c:pt>
                <c:pt idx="359">
                  <c:v>2021-11</c:v>
                </c:pt>
                <c:pt idx="360">
                  <c:v>2021-11</c:v>
                </c:pt>
                <c:pt idx="361">
                  <c:v>2021-12</c:v>
                </c:pt>
                <c:pt idx="362">
                  <c:v>2021-12</c:v>
                </c:pt>
                <c:pt idx="363">
                  <c:v>2021-12</c:v>
                </c:pt>
                <c:pt idx="364">
                  <c:v>2021-12</c:v>
                </c:pt>
                <c:pt idx="365">
                  <c:v>2021-12</c:v>
                </c:pt>
                <c:pt idx="366">
                  <c:v>2022-01</c:v>
                </c:pt>
                <c:pt idx="367">
                  <c:v>2022-01</c:v>
                </c:pt>
                <c:pt idx="368">
                  <c:v>2022-01</c:v>
                </c:pt>
                <c:pt idx="369">
                  <c:v>2022-01</c:v>
                </c:pt>
                <c:pt idx="370">
                  <c:v>2022-02</c:v>
                </c:pt>
                <c:pt idx="371">
                  <c:v>2022-02</c:v>
                </c:pt>
                <c:pt idx="372">
                  <c:v>2022-02</c:v>
                </c:pt>
                <c:pt idx="373">
                  <c:v>2022-02</c:v>
                </c:pt>
                <c:pt idx="374">
                  <c:v>2022-03</c:v>
                </c:pt>
                <c:pt idx="375">
                  <c:v>2022-03</c:v>
                </c:pt>
                <c:pt idx="376">
                  <c:v>2022-03</c:v>
                </c:pt>
                <c:pt idx="377">
                  <c:v>2022-03</c:v>
                </c:pt>
                <c:pt idx="378">
                  <c:v>2022-03</c:v>
                </c:pt>
                <c:pt idx="379">
                  <c:v>2022-04</c:v>
                </c:pt>
                <c:pt idx="380">
                  <c:v>2022-04</c:v>
                </c:pt>
                <c:pt idx="381">
                  <c:v>2022-04</c:v>
                </c:pt>
                <c:pt idx="382">
                  <c:v>2022-04</c:v>
                </c:pt>
                <c:pt idx="383">
                  <c:v>2022-05</c:v>
                </c:pt>
                <c:pt idx="384">
                  <c:v>2022-05</c:v>
                </c:pt>
                <c:pt idx="385">
                  <c:v>2022-05</c:v>
                </c:pt>
                <c:pt idx="386">
                  <c:v>2022-05</c:v>
                </c:pt>
                <c:pt idx="387">
                  <c:v>2022-06</c:v>
                </c:pt>
                <c:pt idx="388">
                  <c:v>2022-06</c:v>
                </c:pt>
                <c:pt idx="389">
                  <c:v>2022-06</c:v>
                </c:pt>
                <c:pt idx="390">
                  <c:v>2022-06</c:v>
                </c:pt>
                <c:pt idx="391">
                  <c:v>2022-06</c:v>
                </c:pt>
                <c:pt idx="392">
                  <c:v>2022-07</c:v>
                </c:pt>
                <c:pt idx="393">
                  <c:v>2022-07</c:v>
                </c:pt>
                <c:pt idx="394">
                  <c:v>2022-07</c:v>
                </c:pt>
                <c:pt idx="395">
                  <c:v>2022-07</c:v>
                </c:pt>
                <c:pt idx="396">
                  <c:v>2022-08</c:v>
                </c:pt>
                <c:pt idx="397">
                  <c:v>2022-08</c:v>
                </c:pt>
                <c:pt idx="398">
                  <c:v>2022-08</c:v>
                </c:pt>
                <c:pt idx="399">
                  <c:v>2022-08</c:v>
                </c:pt>
                <c:pt idx="400">
                  <c:v>2022-09</c:v>
                </c:pt>
                <c:pt idx="401">
                  <c:v>2022-09</c:v>
                </c:pt>
                <c:pt idx="402">
                  <c:v>2022-09</c:v>
                </c:pt>
                <c:pt idx="403">
                  <c:v>2022-09</c:v>
                </c:pt>
                <c:pt idx="404">
                  <c:v>2022-09</c:v>
                </c:pt>
                <c:pt idx="405">
                  <c:v>2022-10</c:v>
                </c:pt>
                <c:pt idx="406">
                  <c:v>2022-10</c:v>
                </c:pt>
                <c:pt idx="407">
                  <c:v>2022-10</c:v>
                </c:pt>
                <c:pt idx="408">
                  <c:v>2022-10</c:v>
                </c:pt>
                <c:pt idx="409">
                  <c:v>2022-11</c:v>
                </c:pt>
                <c:pt idx="410">
                  <c:v>2022-11</c:v>
                </c:pt>
                <c:pt idx="411">
                  <c:v>2022-11</c:v>
                </c:pt>
                <c:pt idx="412">
                  <c:v>2022-11</c:v>
                </c:pt>
                <c:pt idx="413">
                  <c:v>2022-12</c:v>
                </c:pt>
                <c:pt idx="414">
                  <c:v>2022-12</c:v>
                </c:pt>
                <c:pt idx="415">
                  <c:v>2022-12</c:v>
                </c:pt>
                <c:pt idx="416">
                  <c:v>2022-12</c:v>
                </c:pt>
                <c:pt idx="417">
                  <c:v>2022-12</c:v>
                </c:pt>
                <c:pt idx="418">
                  <c:v>2023-01</c:v>
                </c:pt>
                <c:pt idx="419">
                  <c:v>2023-01</c:v>
                </c:pt>
                <c:pt idx="420">
                  <c:v>2023-01</c:v>
                </c:pt>
                <c:pt idx="421">
                  <c:v>2023-01</c:v>
                </c:pt>
                <c:pt idx="422">
                  <c:v>2023-02</c:v>
                </c:pt>
                <c:pt idx="423">
                  <c:v>2023-02</c:v>
                </c:pt>
                <c:pt idx="424">
                  <c:v>2023-02</c:v>
                </c:pt>
                <c:pt idx="425">
                  <c:v>2023-02</c:v>
                </c:pt>
                <c:pt idx="426">
                  <c:v>2023-03</c:v>
                </c:pt>
                <c:pt idx="427">
                  <c:v>2023-03</c:v>
                </c:pt>
                <c:pt idx="428">
                  <c:v>2023-03</c:v>
                </c:pt>
                <c:pt idx="429">
                  <c:v>2023-03</c:v>
                </c:pt>
                <c:pt idx="430">
                  <c:v>2023-03</c:v>
                </c:pt>
                <c:pt idx="431">
                  <c:v>2023-04</c:v>
                </c:pt>
                <c:pt idx="432">
                  <c:v>2023-04</c:v>
                </c:pt>
                <c:pt idx="433">
                  <c:v>2023-04</c:v>
                </c:pt>
                <c:pt idx="434">
                  <c:v>2023-04</c:v>
                </c:pt>
                <c:pt idx="435">
                  <c:v>2023-05</c:v>
                </c:pt>
                <c:pt idx="436">
                  <c:v>2023-05</c:v>
                </c:pt>
                <c:pt idx="437">
                  <c:v>2023-05</c:v>
                </c:pt>
                <c:pt idx="438">
                  <c:v>2023-05</c:v>
                </c:pt>
                <c:pt idx="439">
                  <c:v>2023-06</c:v>
                </c:pt>
                <c:pt idx="440">
                  <c:v>2023-06</c:v>
                </c:pt>
                <c:pt idx="441">
                  <c:v>2023-06</c:v>
                </c:pt>
                <c:pt idx="442">
                  <c:v>2023-06</c:v>
                </c:pt>
                <c:pt idx="443">
                  <c:v>2023-06</c:v>
                </c:pt>
                <c:pt idx="444">
                  <c:v>2023-07</c:v>
                </c:pt>
                <c:pt idx="445">
                  <c:v>2023-07</c:v>
                </c:pt>
                <c:pt idx="446">
                  <c:v>2023-07</c:v>
                </c:pt>
                <c:pt idx="447">
                  <c:v>2023-07</c:v>
                </c:pt>
                <c:pt idx="448">
                  <c:v>2023-08</c:v>
                </c:pt>
                <c:pt idx="449">
                  <c:v>2023-08</c:v>
                </c:pt>
                <c:pt idx="450">
                  <c:v>2023-08</c:v>
                </c:pt>
                <c:pt idx="451">
                  <c:v>2023-08</c:v>
                </c:pt>
                <c:pt idx="452">
                  <c:v>2023-08</c:v>
                </c:pt>
                <c:pt idx="453">
                  <c:v>2023-09</c:v>
                </c:pt>
                <c:pt idx="454">
                  <c:v>2023-09</c:v>
                </c:pt>
                <c:pt idx="455">
                  <c:v>2023-09</c:v>
                </c:pt>
                <c:pt idx="456">
                  <c:v>2023-09</c:v>
                </c:pt>
                <c:pt idx="457">
                  <c:v>2023-10</c:v>
                </c:pt>
                <c:pt idx="458">
                  <c:v>2023-10</c:v>
                </c:pt>
                <c:pt idx="459">
                  <c:v>2023-10</c:v>
                </c:pt>
                <c:pt idx="460">
                  <c:v>2023-10</c:v>
                </c:pt>
                <c:pt idx="461">
                  <c:v>2023-11</c:v>
                </c:pt>
                <c:pt idx="462">
                  <c:v>2023-11</c:v>
                </c:pt>
                <c:pt idx="463">
                  <c:v>2023-11</c:v>
                </c:pt>
                <c:pt idx="464">
                  <c:v>2023-11</c:v>
                </c:pt>
                <c:pt idx="465">
                  <c:v>2023-11</c:v>
                </c:pt>
                <c:pt idx="466">
                  <c:v>2023-12</c:v>
                </c:pt>
                <c:pt idx="467">
                  <c:v>2023-12</c:v>
                </c:pt>
                <c:pt idx="468">
                  <c:v>2023-12</c:v>
                </c:pt>
                <c:pt idx="469">
                  <c:v>2023-12</c:v>
                </c:pt>
                <c:pt idx="470">
                  <c:v>2024-01</c:v>
                </c:pt>
                <c:pt idx="471">
                  <c:v>2024-01</c:v>
                </c:pt>
                <c:pt idx="472">
                  <c:v>2024-01</c:v>
                </c:pt>
                <c:pt idx="473">
                  <c:v>2024-01</c:v>
                </c:pt>
                <c:pt idx="474">
                  <c:v>2024-02</c:v>
                </c:pt>
                <c:pt idx="475">
                  <c:v>2024-02</c:v>
                </c:pt>
                <c:pt idx="476">
                  <c:v>2024-02</c:v>
                </c:pt>
                <c:pt idx="477">
                  <c:v>2024-02</c:v>
                </c:pt>
                <c:pt idx="478">
                  <c:v>2024-02</c:v>
                </c:pt>
                <c:pt idx="479">
                  <c:v>2024-03</c:v>
                </c:pt>
                <c:pt idx="480">
                  <c:v>2024-03</c:v>
                </c:pt>
                <c:pt idx="481">
                  <c:v>2024-03</c:v>
                </c:pt>
                <c:pt idx="482">
                  <c:v>2024-03</c:v>
                </c:pt>
                <c:pt idx="483">
                  <c:v>2024-04</c:v>
                </c:pt>
                <c:pt idx="484">
                  <c:v>2024-04</c:v>
                </c:pt>
                <c:pt idx="485">
                  <c:v>2024-04</c:v>
                </c:pt>
                <c:pt idx="486">
                  <c:v>2024-04</c:v>
                </c:pt>
                <c:pt idx="487">
                  <c:v>2024-05</c:v>
                </c:pt>
                <c:pt idx="488">
                  <c:v>2024-05</c:v>
                </c:pt>
                <c:pt idx="489">
                  <c:v>2024-05</c:v>
                </c:pt>
                <c:pt idx="490">
                  <c:v>2024-05</c:v>
                </c:pt>
                <c:pt idx="491">
                  <c:v>2024-05</c:v>
                </c:pt>
                <c:pt idx="492">
                  <c:v>2024-06</c:v>
                </c:pt>
                <c:pt idx="493">
                  <c:v>2024-06</c:v>
                </c:pt>
                <c:pt idx="494">
                  <c:v>2024-06</c:v>
                </c:pt>
                <c:pt idx="495">
                  <c:v>2024-06</c:v>
                </c:pt>
                <c:pt idx="496">
                  <c:v>2024-07</c:v>
                </c:pt>
                <c:pt idx="497">
                  <c:v>2024-07</c:v>
                </c:pt>
                <c:pt idx="498">
                  <c:v>2024-07</c:v>
                </c:pt>
                <c:pt idx="499">
                  <c:v>2024-07</c:v>
                </c:pt>
                <c:pt idx="500">
                  <c:v>2024-08</c:v>
                </c:pt>
                <c:pt idx="501">
                  <c:v>2024-08</c:v>
                </c:pt>
                <c:pt idx="502">
                  <c:v>2024-08</c:v>
                </c:pt>
                <c:pt idx="503">
                  <c:v>2024-08</c:v>
                </c:pt>
                <c:pt idx="504">
                  <c:v>2024-08</c:v>
                </c:pt>
                <c:pt idx="505">
                  <c:v>2024-09</c:v>
                </c:pt>
                <c:pt idx="506">
                  <c:v>2024-09</c:v>
                </c:pt>
                <c:pt idx="507">
                  <c:v>2024-09</c:v>
                </c:pt>
                <c:pt idx="508">
                  <c:v>2024-09</c:v>
                </c:pt>
                <c:pt idx="509">
                  <c:v>2024-10</c:v>
                </c:pt>
                <c:pt idx="510">
                  <c:v>2024-10</c:v>
                </c:pt>
                <c:pt idx="511">
                  <c:v>2024-10</c:v>
                </c:pt>
                <c:pt idx="512">
                  <c:v>2024-10</c:v>
                </c:pt>
                <c:pt idx="513">
                  <c:v>2024-10</c:v>
                </c:pt>
                <c:pt idx="514">
                  <c:v>2024-11</c:v>
                </c:pt>
                <c:pt idx="515">
                  <c:v>2024-11</c:v>
                </c:pt>
                <c:pt idx="516">
                  <c:v>2024-11</c:v>
                </c:pt>
                <c:pt idx="517">
                  <c:v>2024-11</c:v>
                </c:pt>
                <c:pt idx="518">
                  <c:v>2024-12</c:v>
                </c:pt>
                <c:pt idx="519">
                  <c:v>2024-12</c:v>
                </c:pt>
                <c:pt idx="520">
                  <c:v>2024-12</c:v>
                </c:pt>
                <c:pt idx="521">
                  <c:v>2024-12</c:v>
                </c:pt>
                <c:pt idx="522">
                  <c:v>2025-01</c:v>
                </c:pt>
                <c:pt idx="523">
                  <c:v>2025-01</c:v>
                </c:pt>
                <c:pt idx="524">
                  <c:v>2025-01</c:v>
                </c:pt>
                <c:pt idx="525">
                  <c:v>2025-01</c:v>
                </c:pt>
                <c:pt idx="526">
                  <c:v>2025-01</c:v>
                </c:pt>
                <c:pt idx="527">
                  <c:v>2025-02</c:v>
                </c:pt>
                <c:pt idx="528">
                  <c:v>2025-02</c:v>
                </c:pt>
                <c:pt idx="529">
                  <c:v>2025-02</c:v>
                </c:pt>
                <c:pt idx="530">
                  <c:v>2025-02</c:v>
                </c:pt>
                <c:pt idx="531">
                  <c:v>2025-03</c:v>
                </c:pt>
                <c:pt idx="532">
                  <c:v>2025-03</c:v>
                </c:pt>
                <c:pt idx="533">
                  <c:v>2025-03</c:v>
                </c:pt>
                <c:pt idx="534">
                  <c:v>2025-03</c:v>
                </c:pt>
                <c:pt idx="535">
                  <c:v>2025-04</c:v>
                </c:pt>
                <c:pt idx="536">
                  <c:v>2025-04</c:v>
                </c:pt>
                <c:pt idx="537">
                  <c:v>2025-04</c:v>
                </c:pt>
                <c:pt idx="538">
                  <c:v>2025-04</c:v>
                </c:pt>
                <c:pt idx="539">
                  <c:v>2025-05</c:v>
                </c:pt>
                <c:pt idx="540">
                  <c:v>2025-05</c:v>
                </c:pt>
                <c:pt idx="541">
                  <c:v>2025-05</c:v>
                </c:pt>
                <c:pt idx="542">
                  <c:v>2025-05</c:v>
                </c:pt>
                <c:pt idx="543">
                  <c:v>2025-05</c:v>
                </c:pt>
                <c:pt idx="544">
                  <c:v>2025-06</c:v>
                </c:pt>
                <c:pt idx="545">
                  <c:v>2025-06</c:v>
                </c:pt>
                <c:pt idx="546">
                  <c:v>2025-06</c:v>
                </c:pt>
                <c:pt idx="547">
                  <c:v>2025-06</c:v>
                </c:pt>
                <c:pt idx="548">
                  <c:v>2025-07</c:v>
                </c:pt>
                <c:pt idx="549">
                  <c:v>2025-07</c:v>
                </c:pt>
                <c:pt idx="550">
                  <c:v>2025-07</c:v>
                </c:pt>
                <c:pt idx="551">
                  <c:v>2025-07</c:v>
                </c:pt>
                <c:pt idx="552">
                  <c:v>2025-07</c:v>
                </c:pt>
                <c:pt idx="553">
                  <c:v>2025-08</c:v>
                </c:pt>
                <c:pt idx="554">
                  <c:v>2025-08</c:v>
                </c:pt>
                <c:pt idx="555">
                  <c:v>2025-08</c:v>
                </c:pt>
                <c:pt idx="556">
                  <c:v>2025-08</c:v>
                </c:pt>
                <c:pt idx="557">
                  <c:v>2025-09</c:v>
                </c:pt>
                <c:pt idx="558">
                  <c:v>2025-09</c:v>
                </c:pt>
                <c:pt idx="559">
                  <c:v>2025-09</c:v>
                </c:pt>
                <c:pt idx="560">
                  <c:v>2025-09</c:v>
                </c:pt>
                <c:pt idx="561">
                  <c:v>2025-10</c:v>
                </c:pt>
                <c:pt idx="562">
                  <c:v>2025-10</c:v>
                </c:pt>
                <c:pt idx="563">
                  <c:v>2025-10</c:v>
                </c:pt>
                <c:pt idx="564">
                  <c:v>2025-10</c:v>
                </c:pt>
                <c:pt idx="565">
                  <c:v>2025-10</c:v>
                </c:pt>
                <c:pt idx="566">
                  <c:v>2025-11</c:v>
                </c:pt>
                <c:pt idx="567">
                  <c:v>2025-11</c:v>
                </c:pt>
                <c:pt idx="568">
                  <c:v>2025-11</c:v>
                </c:pt>
                <c:pt idx="569">
                  <c:v>2025-11</c:v>
                </c:pt>
                <c:pt idx="570">
                  <c:v>2025-12</c:v>
                </c:pt>
                <c:pt idx="571">
                  <c:v>2025-12</c:v>
                </c:pt>
                <c:pt idx="572">
                  <c:v>2025-12</c:v>
                </c:pt>
                <c:pt idx="573">
                  <c:v>2025-12</c:v>
                </c:pt>
              </c:strCache>
            </c:strRef>
          </c:cat>
          <c:val>
            <c:numRef>
              <c:f>Sheet1!$B$2:$B$575</c:f>
              <c:numCache>
                <c:formatCode>General</c:formatCode>
                <c:ptCount val="574"/>
                <c:pt idx="0">
                  <c:v>0</c:v>
                </c:pt>
                <c:pt idx="1">
                  <c:v>-2.512386832168334E-2</c:v>
                </c:pt>
                <c:pt idx="2">
                  <c:v>-7.6078234630138519E-2</c:v>
                </c:pt>
                <c:pt idx="3">
                  <c:v>-4.978282291512226E-2</c:v>
                </c:pt>
                <c:pt idx="4">
                  <c:v>-5.5358270178601621E-2</c:v>
                </c:pt>
                <c:pt idx="5">
                  <c:v>-2.9836629389595082E-2</c:v>
                </c:pt>
                <c:pt idx="6">
                  <c:v>-1.1829856105657011E-2</c:v>
                </c:pt>
                <c:pt idx="7">
                  <c:v>-9.8553656529936084E-3</c:v>
                </c:pt>
                <c:pt idx="8">
                  <c:v>-8.604692928104396E-3</c:v>
                </c:pt>
                <c:pt idx="9">
                  <c:v>-1.9281781466504055E-2</c:v>
                </c:pt>
                <c:pt idx="10">
                  <c:v>-2.3129737074384815E-2</c:v>
                </c:pt>
                <c:pt idx="11">
                  <c:v>-2.8080144934581552E-2</c:v>
                </c:pt>
                <c:pt idx="12">
                  <c:v>-3.229873875196787E-2</c:v>
                </c:pt>
                <c:pt idx="13">
                  <c:v>-2.4774994910366943E-2</c:v>
                </c:pt>
                <c:pt idx="14">
                  <c:v>0</c:v>
                </c:pt>
                <c:pt idx="15">
                  <c:v>-2.6698731954222232E-4</c:v>
                </c:pt>
                <c:pt idx="16">
                  <c:v>-4.9639472822607944E-3</c:v>
                </c:pt>
                <c:pt idx="17">
                  <c:v>-1.4895559709518613E-2</c:v>
                </c:pt>
                <c:pt idx="18">
                  <c:v>-1.4802431514624459E-2</c:v>
                </c:pt>
                <c:pt idx="19">
                  <c:v>-1.3925648756796249E-2</c:v>
                </c:pt>
                <c:pt idx="20">
                  <c:v>-3.0515547641999374E-3</c:v>
                </c:pt>
                <c:pt idx="21">
                  <c:v>-9.6724898861024755E-3</c:v>
                </c:pt>
                <c:pt idx="22">
                  <c:v>-1.1250886125614867E-2</c:v>
                </c:pt>
                <c:pt idx="23">
                  <c:v>-1.2463340999879224E-2</c:v>
                </c:pt>
                <c:pt idx="24">
                  <c:v>-1.8819616519806681E-2</c:v>
                </c:pt>
                <c:pt idx="25">
                  <c:v>-6.3376483134969241E-3</c:v>
                </c:pt>
                <c:pt idx="26">
                  <c:v>-3.1966351478711297E-2</c:v>
                </c:pt>
                <c:pt idx="27">
                  <c:v>-4.8219459781337348E-2</c:v>
                </c:pt>
                <c:pt idx="28">
                  <c:v>-1.4907373342851526E-2</c:v>
                </c:pt>
                <c:pt idx="29">
                  <c:v>-4.2991143824821054E-2</c:v>
                </c:pt>
                <c:pt idx="30">
                  <c:v>-3.4069671284453817E-2</c:v>
                </c:pt>
                <c:pt idx="31">
                  <c:v>-2.8156212598042352E-2</c:v>
                </c:pt>
                <c:pt idx="32">
                  <c:v>-4.7468842179181903E-2</c:v>
                </c:pt>
                <c:pt idx="33">
                  <c:v>-7.8594621434720846E-2</c:v>
                </c:pt>
                <c:pt idx="34">
                  <c:v>-6.0656845584258767E-2</c:v>
                </c:pt>
                <c:pt idx="35">
                  <c:v>-8.2945756356598288E-2</c:v>
                </c:pt>
                <c:pt idx="36">
                  <c:v>-8.3544108663332617E-2</c:v>
                </c:pt>
                <c:pt idx="37">
                  <c:v>-7.356520373632025E-2</c:v>
                </c:pt>
                <c:pt idx="38">
                  <c:v>-9.5481543160087168E-2</c:v>
                </c:pt>
                <c:pt idx="39">
                  <c:v>-6.8894587190318268E-2</c:v>
                </c:pt>
                <c:pt idx="40">
                  <c:v>-4.4676801308033642E-2</c:v>
                </c:pt>
                <c:pt idx="41">
                  <c:v>-6.2617641035474514E-2</c:v>
                </c:pt>
                <c:pt idx="42">
                  <c:v>-2.8713104383389698E-2</c:v>
                </c:pt>
                <c:pt idx="43">
                  <c:v>-1.2879385883834638E-2</c:v>
                </c:pt>
                <c:pt idx="44">
                  <c:v>-2.8927621643276558E-2</c:v>
                </c:pt>
                <c:pt idx="45">
                  <c:v>-4.35054075713871E-2</c:v>
                </c:pt>
                <c:pt idx="46">
                  <c:v>-2.4487631098810358E-2</c:v>
                </c:pt>
                <c:pt idx="47">
                  <c:v>-3.0558817944193128E-2</c:v>
                </c:pt>
                <c:pt idx="48">
                  <c:v>-2.9648439555402639E-2</c:v>
                </c:pt>
                <c:pt idx="49">
                  <c:v>-5.6863153637053521E-2</c:v>
                </c:pt>
                <c:pt idx="50">
                  <c:v>-5.7581034868910419E-2</c:v>
                </c:pt>
                <c:pt idx="51">
                  <c:v>-4.9769602941778124E-2</c:v>
                </c:pt>
                <c:pt idx="52">
                  <c:v>-6.8420926522233749E-2</c:v>
                </c:pt>
                <c:pt idx="53">
                  <c:v>-0.11948324345257333</c:v>
                </c:pt>
                <c:pt idx="54">
                  <c:v>-0.124959560982289</c:v>
                </c:pt>
                <c:pt idx="55">
                  <c:v>-0.14929622417966115</c:v>
                </c:pt>
                <c:pt idx="56">
                  <c:v>-0.10215080076813654</c:v>
                </c:pt>
                <c:pt idx="57">
                  <c:v>-0.1062647573968466</c:v>
                </c:pt>
                <c:pt idx="58">
                  <c:v>-0.1827910447793446</c:v>
                </c:pt>
                <c:pt idx="59">
                  <c:v>-0.10520749834367327</c:v>
                </c:pt>
                <c:pt idx="60">
                  <c:v>-0.13036902136386819</c:v>
                </c:pt>
                <c:pt idx="61">
                  <c:v>-9.467251786225328E-2</c:v>
                </c:pt>
                <c:pt idx="62">
                  <c:v>-7.2494520384960182E-2</c:v>
                </c:pt>
                <c:pt idx="63">
                  <c:v>-3.9303657268141223E-2</c:v>
                </c:pt>
                <c:pt idx="64">
                  <c:v>-5.9242361534039611E-2</c:v>
                </c:pt>
                <c:pt idx="65">
                  <c:v>-4.8677039853757931E-2</c:v>
                </c:pt>
                <c:pt idx="66">
                  <c:v>-8.0700085579123892E-2</c:v>
                </c:pt>
                <c:pt idx="67">
                  <c:v>-4.2770417371760017E-2</c:v>
                </c:pt>
                <c:pt idx="68">
                  <c:v>-3.0866169848335234E-2</c:v>
                </c:pt>
                <c:pt idx="69">
                  <c:v>-3.3340946256532944E-2</c:v>
                </c:pt>
                <c:pt idx="70">
                  <c:v>-5.2483083661423846E-2</c:v>
                </c:pt>
                <c:pt idx="71">
                  <c:v>-4.151625928657654E-2</c:v>
                </c:pt>
                <c:pt idx="72">
                  <c:v>-3.8601098225682029E-2</c:v>
                </c:pt>
                <c:pt idx="73">
                  <c:v>-9.6549966384403829E-3</c:v>
                </c:pt>
                <c:pt idx="74">
                  <c:v>-6.2393546874662809E-3</c:v>
                </c:pt>
                <c:pt idx="75">
                  <c:v>-1.0663789024668247E-2</c:v>
                </c:pt>
                <c:pt idx="76">
                  <c:v>-4.0977756084729977E-2</c:v>
                </c:pt>
                <c:pt idx="77">
                  <c:v>-1.4307666541755637E-2</c:v>
                </c:pt>
                <c:pt idx="78">
                  <c:v>-5.1084971406696988E-2</c:v>
                </c:pt>
                <c:pt idx="79">
                  <c:v>-6.0324585344082915E-2</c:v>
                </c:pt>
                <c:pt idx="80">
                  <c:v>-2.6750876589787587E-2</c:v>
                </c:pt>
                <c:pt idx="81">
                  <c:v>-2.0425964462691737E-2</c:v>
                </c:pt>
                <c:pt idx="82">
                  <c:v>-2.2629853055482041E-2</c:v>
                </c:pt>
                <c:pt idx="83">
                  <c:v>-4.2750026599627899E-2</c:v>
                </c:pt>
                <c:pt idx="84">
                  <c:v>-2.2095902318023941E-2</c:v>
                </c:pt>
                <c:pt idx="85">
                  <c:v>-3.4671309359018854E-2</c:v>
                </c:pt>
                <c:pt idx="86">
                  <c:v>-1.2153462140137905E-2</c:v>
                </c:pt>
                <c:pt idx="87">
                  <c:v>-7.4273690187989239E-3</c:v>
                </c:pt>
                <c:pt idx="88">
                  <c:v>-1.0548617604349109E-2</c:v>
                </c:pt>
                <c:pt idx="89">
                  <c:v>-1.2148252172823448E-2</c:v>
                </c:pt>
                <c:pt idx="90">
                  <c:v>0</c:v>
                </c:pt>
                <c:pt idx="91">
                  <c:v>-7.378720118985771E-3</c:v>
                </c:pt>
                <c:pt idx="92">
                  <c:v>-1.552833653696073E-3</c:v>
                </c:pt>
                <c:pt idx="93">
                  <c:v>-1.3876650941468949E-4</c:v>
                </c:pt>
                <c:pt idx="94">
                  <c:v>0</c:v>
                </c:pt>
                <c:pt idx="95">
                  <c:v>0</c:v>
                </c:pt>
                <c:pt idx="96">
                  <c:v>-1.5571805817084838E-2</c:v>
                </c:pt>
                <c:pt idx="97">
                  <c:v>0</c:v>
                </c:pt>
                <c:pt idx="98">
                  <c:v>0</c:v>
                </c:pt>
                <c:pt idx="99">
                  <c:v>-9.5194933334274978E-4</c:v>
                </c:pt>
                <c:pt idx="100">
                  <c:v>-7.1592697575280084E-3</c:v>
                </c:pt>
                <c:pt idx="101">
                  <c:v>0</c:v>
                </c:pt>
                <c:pt idx="102">
                  <c:v>0</c:v>
                </c:pt>
                <c:pt idx="103">
                  <c:v>-3.5445018995442501E-3</c:v>
                </c:pt>
                <c:pt idx="104">
                  <c:v>-1.0378869520258238E-2</c:v>
                </c:pt>
                <c:pt idx="105">
                  <c:v>0</c:v>
                </c:pt>
                <c:pt idx="106">
                  <c:v>-4.3601225160601054E-3</c:v>
                </c:pt>
                <c:pt idx="107">
                  <c:v>-5.052526893291609E-3</c:v>
                </c:pt>
                <c:pt idx="108">
                  <c:v>0</c:v>
                </c:pt>
                <c:pt idx="109">
                  <c:v>-1.8817031525017569E-2</c:v>
                </c:pt>
                <c:pt idx="110">
                  <c:v>0</c:v>
                </c:pt>
                <c:pt idx="111">
                  <c:v>-1.6366080416001516E-3</c:v>
                </c:pt>
                <c:pt idx="112">
                  <c:v>-2.9400016613517765E-3</c:v>
                </c:pt>
                <c:pt idx="113">
                  <c:v>-1.2338057699027849E-2</c:v>
                </c:pt>
                <c:pt idx="114">
                  <c:v>-7.0802104407193811E-3</c:v>
                </c:pt>
                <c:pt idx="115">
                  <c:v>-1.7870745817913258E-2</c:v>
                </c:pt>
                <c:pt idx="116">
                  <c:v>-3.8341539945431102E-2</c:v>
                </c:pt>
                <c:pt idx="117">
                  <c:v>-2.9390987872406682E-2</c:v>
                </c:pt>
                <c:pt idx="118">
                  <c:v>-3.0784953627757794E-2</c:v>
                </c:pt>
                <c:pt idx="119">
                  <c:v>-5.67932647247954E-2</c:v>
                </c:pt>
                <c:pt idx="120">
                  <c:v>-4.3127784547644876E-2</c:v>
                </c:pt>
                <c:pt idx="121">
                  <c:v>-5.3351476095515715E-2</c:v>
                </c:pt>
                <c:pt idx="122">
                  <c:v>-5.5044416317510336E-2</c:v>
                </c:pt>
                <c:pt idx="123">
                  <c:v>-5.8327874367610999E-2</c:v>
                </c:pt>
                <c:pt idx="124">
                  <c:v>-7.7796805919752576E-2</c:v>
                </c:pt>
                <c:pt idx="125">
                  <c:v>-6.4943261298135435E-2</c:v>
                </c:pt>
                <c:pt idx="126">
                  <c:v>-5.960976380715266E-2</c:v>
                </c:pt>
                <c:pt idx="127">
                  <c:v>-5.6166638557979987E-2</c:v>
                </c:pt>
                <c:pt idx="128">
                  <c:v>-5.5396523169264467E-2</c:v>
                </c:pt>
                <c:pt idx="129">
                  <c:v>-5.1778481074969851E-2</c:v>
                </c:pt>
                <c:pt idx="130">
                  <c:v>-4.2553457851638776E-2</c:v>
                </c:pt>
                <c:pt idx="131">
                  <c:v>-4.1844754705562037E-2</c:v>
                </c:pt>
                <c:pt idx="132">
                  <c:v>-3.6164039355902955E-2</c:v>
                </c:pt>
                <c:pt idx="133">
                  <c:v>-3.1899419236658844E-2</c:v>
                </c:pt>
                <c:pt idx="134">
                  <c:v>-4.3729076129231714E-2</c:v>
                </c:pt>
                <c:pt idx="135">
                  <c:v>-4.0543167052472961E-2</c:v>
                </c:pt>
                <c:pt idx="136">
                  <c:v>-5.3519237384017204E-2</c:v>
                </c:pt>
                <c:pt idx="137">
                  <c:v>-4.8872537969314456E-2</c:v>
                </c:pt>
                <c:pt idx="138">
                  <c:v>-4.8604741791052675E-2</c:v>
                </c:pt>
                <c:pt idx="139">
                  <c:v>-4.5964974105824452E-2</c:v>
                </c:pt>
                <c:pt idx="140">
                  <c:v>-6.6612170596405451E-2</c:v>
                </c:pt>
                <c:pt idx="141">
                  <c:v>-4.7445029014120399E-2</c:v>
                </c:pt>
                <c:pt idx="142">
                  <c:v>-2.6441967676797629E-2</c:v>
                </c:pt>
                <c:pt idx="143">
                  <c:v>-1.0945780989207843E-2</c:v>
                </c:pt>
                <c:pt idx="144">
                  <c:v>0</c:v>
                </c:pt>
                <c:pt idx="145">
                  <c:v>-4.6711914449294456E-3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-5.0432352435292316E-5</c:v>
                </c:pt>
                <c:pt idx="150">
                  <c:v>-2.0836710409934955E-3</c:v>
                </c:pt>
                <c:pt idx="151">
                  <c:v>-3.460855078770364E-3</c:v>
                </c:pt>
                <c:pt idx="152">
                  <c:v>-1.0710940608896768E-3</c:v>
                </c:pt>
                <c:pt idx="153">
                  <c:v>0</c:v>
                </c:pt>
                <c:pt idx="154">
                  <c:v>-9.2537484204568976E-3</c:v>
                </c:pt>
                <c:pt idx="155">
                  <c:v>-5.6081042585587326E-5</c:v>
                </c:pt>
                <c:pt idx="156">
                  <c:v>-5.6557197396482906E-3</c:v>
                </c:pt>
                <c:pt idx="157">
                  <c:v>0</c:v>
                </c:pt>
                <c:pt idx="158">
                  <c:v>-2.0159529161052347E-3</c:v>
                </c:pt>
                <c:pt idx="159">
                  <c:v>0</c:v>
                </c:pt>
                <c:pt idx="160">
                  <c:v>-1.1874052746480679E-2</c:v>
                </c:pt>
                <c:pt idx="161">
                  <c:v>-2.392853207979373E-2</c:v>
                </c:pt>
                <c:pt idx="162">
                  <c:v>-7.2087737823926301E-2</c:v>
                </c:pt>
                <c:pt idx="163">
                  <c:v>-5.6474576457237746E-2</c:v>
                </c:pt>
                <c:pt idx="164">
                  <c:v>-4.8498636479672341E-2</c:v>
                </c:pt>
                <c:pt idx="165">
                  <c:v>-5.2796703554580326E-2</c:v>
                </c:pt>
                <c:pt idx="166">
                  <c:v>-4.1524605082948196E-2</c:v>
                </c:pt>
                <c:pt idx="167">
                  <c:v>-3.1489057995537029E-2</c:v>
                </c:pt>
                <c:pt idx="168">
                  <c:v>-4.7722082177728553E-2</c:v>
                </c:pt>
                <c:pt idx="169">
                  <c:v>-6.266538467175875E-2</c:v>
                </c:pt>
                <c:pt idx="170">
                  <c:v>-7.2001150404897407E-2</c:v>
                </c:pt>
                <c:pt idx="171">
                  <c:v>-8.7254931582923079E-2</c:v>
                </c:pt>
                <c:pt idx="172">
                  <c:v>-8.8330733586414079E-2</c:v>
                </c:pt>
                <c:pt idx="173">
                  <c:v>-6.518049194161879E-2</c:v>
                </c:pt>
                <c:pt idx="174">
                  <c:v>-6.7179815724741965E-2</c:v>
                </c:pt>
                <c:pt idx="175">
                  <c:v>-4.4264999713674591E-2</c:v>
                </c:pt>
                <c:pt idx="176">
                  <c:v>-3.3570775132133801E-2</c:v>
                </c:pt>
                <c:pt idx="177">
                  <c:v>-3.751457087866128E-2</c:v>
                </c:pt>
                <c:pt idx="178">
                  <c:v>-5.033068388891293E-2</c:v>
                </c:pt>
                <c:pt idx="179">
                  <c:v>-4.3213240276652742E-2</c:v>
                </c:pt>
                <c:pt idx="180">
                  <c:v>-3.564281187339402E-2</c:v>
                </c:pt>
                <c:pt idx="181">
                  <c:v>-3.0031703552504618E-2</c:v>
                </c:pt>
                <c:pt idx="182">
                  <c:v>-5.4717039144405732E-2</c:v>
                </c:pt>
                <c:pt idx="183">
                  <c:v>-5.3120946591555196E-2</c:v>
                </c:pt>
                <c:pt idx="184">
                  <c:v>-4.176912587285786E-2</c:v>
                </c:pt>
                <c:pt idx="185">
                  <c:v>-3.8304824376166446E-2</c:v>
                </c:pt>
                <c:pt idx="186">
                  <c:v>-3.5328106019403727E-2</c:v>
                </c:pt>
                <c:pt idx="187">
                  <c:v>-3.3647056220800109E-2</c:v>
                </c:pt>
                <c:pt idx="188">
                  <c:v>-2.4364233303018512E-2</c:v>
                </c:pt>
                <c:pt idx="189">
                  <c:v>-1.7248922421831403E-2</c:v>
                </c:pt>
                <c:pt idx="190">
                  <c:v>-1.6934152178261219E-2</c:v>
                </c:pt>
                <c:pt idx="191">
                  <c:v>-1.4661679443112363E-2</c:v>
                </c:pt>
                <c:pt idx="192">
                  <c:v>-2.2242894321977236E-2</c:v>
                </c:pt>
                <c:pt idx="193">
                  <c:v>-3.4238033780871757E-2</c:v>
                </c:pt>
                <c:pt idx="194">
                  <c:v>-1.1548488427009729E-2</c:v>
                </c:pt>
                <c:pt idx="195">
                  <c:v>-1.4221872044690165E-2</c:v>
                </c:pt>
                <c:pt idx="196">
                  <c:v>-3.633345188217163E-2</c:v>
                </c:pt>
                <c:pt idx="197">
                  <c:v>-8.5466652409610377E-2</c:v>
                </c:pt>
                <c:pt idx="198">
                  <c:v>-8.5311461670965705E-2</c:v>
                </c:pt>
                <c:pt idx="199">
                  <c:v>-0.10262280919963052</c:v>
                </c:pt>
                <c:pt idx="200">
                  <c:v>-9.6798155809436848E-2</c:v>
                </c:pt>
                <c:pt idx="201">
                  <c:v>-7.7610191113445248E-2</c:v>
                </c:pt>
                <c:pt idx="202">
                  <c:v>-7.727923023512917E-2</c:v>
                </c:pt>
                <c:pt idx="203">
                  <c:v>-9.1973769282099438E-2</c:v>
                </c:pt>
                <c:pt idx="204">
                  <c:v>-7.3929543565882549E-2</c:v>
                </c:pt>
                <c:pt idx="205">
                  <c:v>-0.10767451809292705</c:v>
                </c:pt>
                <c:pt idx="206">
                  <c:v>-0.12428681814117204</c:v>
                </c:pt>
                <c:pt idx="207">
                  <c:v>-0.15234986226862812</c:v>
                </c:pt>
                <c:pt idx="208">
                  <c:v>-0.15715818561914974</c:v>
                </c:pt>
                <c:pt idx="209">
                  <c:v>-0.15617216753101704</c:v>
                </c:pt>
                <c:pt idx="210">
                  <c:v>-0.11794515650792781</c:v>
                </c:pt>
                <c:pt idx="211">
                  <c:v>-9.4407927223716381E-2</c:v>
                </c:pt>
                <c:pt idx="212">
                  <c:v>-9.0368628778238591E-2</c:v>
                </c:pt>
                <c:pt idx="213">
                  <c:v>-7.8620234045030379E-2</c:v>
                </c:pt>
                <c:pt idx="214">
                  <c:v>-7.1600745095546592E-2</c:v>
                </c:pt>
                <c:pt idx="215">
                  <c:v>-7.2948941514594634E-2</c:v>
                </c:pt>
                <c:pt idx="216">
                  <c:v>-5.1351580613796299E-2</c:v>
                </c:pt>
                <c:pt idx="217">
                  <c:v>-5.3620515048829698E-2</c:v>
                </c:pt>
                <c:pt idx="218">
                  <c:v>-5.082117984556489E-2</c:v>
                </c:pt>
                <c:pt idx="219">
                  <c:v>-5.0597587241805075E-2</c:v>
                </c:pt>
                <c:pt idx="220">
                  <c:v>-4.3944877936228366E-2</c:v>
                </c:pt>
                <c:pt idx="221">
                  <c:v>-6.0032410671173153E-2</c:v>
                </c:pt>
                <c:pt idx="222">
                  <c:v>-4.214525929494406E-2</c:v>
                </c:pt>
                <c:pt idx="223">
                  <c:v>-4.0541041575391068E-2</c:v>
                </c:pt>
                <c:pt idx="224">
                  <c:v>-1.523380456229495E-2</c:v>
                </c:pt>
                <c:pt idx="225">
                  <c:v>-1.8994388045373789E-2</c:v>
                </c:pt>
                <c:pt idx="226">
                  <c:v>-1.354651472691526E-2</c:v>
                </c:pt>
                <c:pt idx="227">
                  <c:v>-2.8752256693265088E-2</c:v>
                </c:pt>
                <c:pt idx="228">
                  <c:v>-3.3427180501901299E-2</c:v>
                </c:pt>
                <c:pt idx="229">
                  <c:v>-5.1380899883039954E-2</c:v>
                </c:pt>
                <c:pt idx="230">
                  <c:v>-5.8651637217516983E-2</c:v>
                </c:pt>
                <c:pt idx="231">
                  <c:v>-4.9395820053988015E-2</c:v>
                </c:pt>
                <c:pt idx="232">
                  <c:v>-5.6686150774134858E-2</c:v>
                </c:pt>
                <c:pt idx="233">
                  <c:v>-3.6320990950140741E-2</c:v>
                </c:pt>
                <c:pt idx="234">
                  <c:v>-4.9688045755947541E-2</c:v>
                </c:pt>
                <c:pt idx="235">
                  <c:v>-3.163993436898771E-2</c:v>
                </c:pt>
                <c:pt idx="236">
                  <c:v>-3.8304040337226342E-2</c:v>
                </c:pt>
                <c:pt idx="237">
                  <c:v>-4.1994014503987986E-2</c:v>
                </c:pt>
                <c:pt idx="238">
                  <c:v>-3.4077381242776816E-2</c:v>
                </c:pt>
                <c:pt idx="239">
                  <c:v>-5.1083107080419632E-2</c:v>
                </c:pt>
                <c:pt idx="240">
                  <c:v>-6.2766543809550379E-2</c:v>
                </c:pt>
                <c:pt idx="241">
                  <c:v>-8.7175477644481192E-2</c:v>
                </c:pt>
                <c:pt idx="242">
                  <c:v>-7.210946933586293E-2</c:v>
                </c:pt>
                <c:pt idx="243">
                  <c:v>-7.0734277890454611E-2</c:v>
                </c:pt>
                <c:pt idx="244">
                  <c:v>-5.5265367849391178E-2</c:v>
                </c:pt>
                <c:pt idx="245">
                  <c:v>-2.1228723285323103E-2</c:v>
                </c:pt>
                <c:pt idx="246">
                  <c:v>-2.8569805093781042E-3</c:v>
                </c:pt>
                <c:pt idx="247">
                  <c:v>-3.9609600630557962E-3</c:v>
                </c:pt>
                <c:pt idx="248">
                  <c:v>-3.4744779230184375E-2</c:v>
                </c:pt>
                <c:pt idx="249">
                  <c:v>-2.4850985873459464E-2</c:v>
                </c:pt>
                <c:pt idx="250">
                  <c:v>-1.0566883791375492E-2</c:v>
                </c:pt>
                <c:pt idx="251">
                  <c:v>-6.5389907036770278E-3</c:v>
                </c:pt>
                <c:pt idx="252">
                  <c:v>-3.9315473836313286E-3</c:v>
                </c:pt>
                <c:pt idx="253">
                  <c:v>0</c:v>
                </c:pt>
                <c:pt idx="254">
                  <c:v>0</c:v>
                </c:pt>
                <c:pt idx="255">
                  <c:v>-1.9406867029116981E-3</c:v>
                </c:pt>
                <c:pt idx="256">
                  <c:v>-6.4327321652379865E-4</c:v>
                </c:pt>
                <c:pt idx="257">
                  <c:v>-3.0882278811743324E-2</c:v>
                </c:pt>
                <c:pt idx="258">
                  <c:v>-2.8863223435755314E-2</c:v>
                </c:pt>
                <c:pt idx="259">
                  <c:v>-2.4182109349922154E-2</c:v>
                </c:pt>
                <c:pt idx="260">
                  <c:v>-2.5521128926124681E-2</c:v>
                </c:pt>
                <c:pt idx="261">
                  <c:v>-2.6244912229232975E-2</c:v>
                </c:pt>
                <c:pt idx="262">
                  <c:v>-1.9233405815481941E-2</c:v>
                </c:pt>
                <c:pt idx="263">
                  <c:v>-6.6737296046244232E-3</c:v>
                </c:pt>
                <c:pt idx="264">
                  <c:v>0</c:v>
                </c:pt>
                <c:pt idx="265">
                  <c:v>-9.4282701216699127E-3</c:v>
                </c:pt>
                <c:pt idx="266">
                  <c:v>0</c:v>
                </c:pt>
                <c:pt idx="267">
                  <c:v>-8.3366776412807653E-4</c:v>
                </c:pt>
                <c:pt idx="268">
                  <c:v>0</c:v>
                </c:pt>
                <c:pt idx="269">
                  <c:v>-7.445674736929897E-2</c:v>
                </c:pt>
                <c:pt idx="270">
                  <c:v>-0.10453115308986427</c:v>
                </c:pt>
                <c:pt idx="271">
                  <c:v>-0.33497033218443473</c:v>
                </c:pt>
                <c:pt idx="272">
                  <c:v>-0.343899948406867</c:v>
                </c:pt>
                <c:pt idx="273">
                  <c:v>-0.26578945719498293</c:v>
                </c:pt>
                <c:pt idx="274">
                  <c:v>-0.29097584416133926</c:v>
                </c:pt>
                <c:pt idx="275">
                  <c:v>-0.22884668918833095</c:v>
                </c:pt>
                <c:pt idx="276">
                  <c:v>-0.29613649765920635</c:v>
                </c:pt>
                <c:pt idx="277">
                  <c:v>-0.30027441717837322</c:v>
                </c:pt>
                <c:pt idx="278">
                  <c:v>-0.25353466962426441</c:v>
                </c:pt>
                <c:pt idx="279">
                  <c:v>-0.27891410719972842</c:v>
                </c:pt>
                <c:pt idx="280">
                  <c:v>-0.30306689258296982</c:v>
                </c:pt>
                <c:pt idx="281">
                  <c:v>-0.29247962296735575</c:v>
                </c:pt>
                <c:pt idx="282">
                  <c:v>-0.23409461621696781</c:v>
                </c:pt>
                <c:pt idx="283">
                  <c:v>-0.19541896810548931</c:v>
                </c:pt>
                <c:pt idx="284">
                  <c:v>-0.21738183809667577</c:v>
                </c:pt>
                <c:pt idx="285">
                  <c:v>-0.20220830147732882</c:v>
                </c:pt>
                <c:pt idx="286">
                  <c:v>-0.21224823555924388</c:v>
                </c:pt>
                <c:pt idx="287">
                  <c:v>-0.21962040838384267</c:v>
                </c:pt>
                <c:pt idx="288">
                  <c:v>-0.2366555204742502</c:v>
                </c:pt>
                <c:pt idx="289">
                  <c:v>-0.19468798979316548</c:v>
                </c:pt>
                <c:pt idx="290">
                  <c:v>-0.20326208702691706</c:v>
                </c:pt>
                <c:pt idx="291">
                  <c:v>-0.20966560178364968</c:v>
                </c:pt>
                <c:pt idx="292">
                  <c:v>-0.2030326610204215</c:v>
                </c:pt>
                <c:pt idx="293">
                  <c:v>-0.17194124463895022</c:v>
                </c:pt>
                <c:pt idx="294">
                  <c:v>-0.18318102867915387</c:v>
                </c:pt>
                <c:pt idx="295">
                  <c:v>-0.14380489873583624</c:v>
                </c:pt>
                <c:pt idx="296">
                  <c:v>-0.16753272617408554</c:v>
                </c:pt>
                <c:pt idx="297">
                  <c:v>-0.17989989944910489</c:v>
                </c:pt>
                <c:pt idx="298">
                  <c:v>-0.17593226268304485</c:v>
                </c:pt>
                <c:pt idx="299">
                  <c:v>-0.20212105868759278</c:v>
                </c:pt>
                <c:pt idx="300">
                  <c:v>-0.19405600827532066</c:v>
                </c:pt>
                <c:pt idx="301">
                  <c:v>-0.16486875018274116</c:v>
                </c:pt>
                <c:pt idx="302">
                  <c:v>-0.18502805956113411</c:v>
                </c:pt>
                <c:pt idx="303">
                  <c:v>-0.18156336316177002</c:v>
                </c:pt>
                <c:pt idx="304">
                  <c:v>-0.21304743887607003</c:v>
                </c:pt>
                <c:pt idx="305">
                  <c:v>-0.18309878335923235</c:v>
                </c:pt>
                <c:pt idx="306">
                  <c:v>-0.12897790045354174</c:v>
                </c:pt>
                <c:pt idx="307">
                  <c:v>-8.546856503118716E-2</c:v>
                </c:pt>
                <c:pt idx="308">
                  <c:v>-6.0879239436753774E-2</c:v>
                </c:pt>
                <c:pt idx="309">
                  <c:v>-6.3049421243198123E-2</c:v>
                </c:pt>
                <c:pt idx="310">
                  <c:v>-4.9582531190552781E-2</c:v>
                </c:pt>
                <c:pt idx="311">
                  <c:v>-6.067590460862915E-2</c:v>
                </c:pt>
                <c:pt idx="312">
                  <c:v>-6.1109197938573834E-2</c:v>
                </c:pt>
                <c:pt idx="313">
                  <c:v>-6.0481217136069465E-2</c:v>
                </c:pt>
                <c:pt idx="314">
                  <c:v>-4.0192427078037607E-2</c:v>
                </c:pt>
                <c:pt idx="315">
                  <c:v>-3.0510408232012454E-2</c:v>
                </c:pt>
                <c:pt idx="316">
                  <c:v>-3.5327303281341038E-2</c:v>
                </c:pt>
                <c:pt idx="317">
                  <c:v>-4.5239917838578503E-2</c:v>
                </c:pt>
                <c:pt idx="318">
                  <c:v>-3.3081850408486879E-2</c:v>
                </c:pt>
                <c:pt idx="319">
                  <c:v>-2.132819978749434E-2</c:v>
                </c:pt>
                <c:pt idx="320">
                  <c:v>-8.0992892449139875E-3</c:v>
                </c:pt>
                <c:pt idx="321">
                  <c:v>-9.4179335184708668E-3</c:v>
                </c:pt>
                <c:pt idx="322">
                  <c:v>-5.9478895958370304E-3</c:v>
                </c:pt>
                <c:pt idx="323">
                  <c:v>0</c:v>
                </c:pt>
                <c:pt idx="324">
                  <c:v>0</c:v>
                </c:pt>
                <c:pt idx="325">
                  <c:v>-5.0295786603170578E-3</c:v>
                </c:pt>
                <c:pt idx="326">
                  <c:v>-7.609916915943038E-3</c:v>
                </c:pt>
                <c:pt idx="327">
                  <c:v>-4.7599872603221183E-3</c:v>
                </c:pt>
                <c:pt idx="328">
                  <c:v>-7.8093712938773763E-3</c:v>
                </c:pt>
                <c:pt idx="329">
                  <c:v>-1.2966458045664764E-2</c:v>
                </c:pt>
                <c:pt idx="330">
                  <c:v>0</c:v>
                </c:pt>
                <c:pt idx="331">
                  <c:v>-1.8044103210997919E-3</c:v>
                </c:pt>
                <c:pt idx="332">
                  <c:v>0</c:v>
                </c:pt>
                <c:pt idx="333">
                  <c:v>-4.0439045856740519E-3</c:v>
                </c:pt>
                <c:pt idx="334">
                  <c:v>0</c:v>
                </c:pt>
                <c:pt idx="335">
                  <c:v>0</c:v>
                </c:pt>
                <c:pt idx="336">
                  <c:v>-1.2361808396103013E-2</c:v>
                </c:pt>
                <c:pt idx="337">
                  <c:v>-8.686647967804384E-3</c:v>
                </c:pt>
                <c:pt idx="338">
                  <c:v>-6.1926479010289137E-3</c:v>
                </c:pt>
                <c:pt idx="339">
                  <c:v>-9.3976231855368297E-3</c:v>
                </c:pt>
                <c:pt idx="340">
                  <c:v>-2.7968799240357556E-2</c:v>
                </c:pt>
                <c:pt idx="341">
                  <c:v>-9.433936767332507E-3</c:v>
                </c:pt>
                <c:pt idx="342">
                  <c:v>-2.2433302795923149E-2</c:v>
                </c:pt>
                <c:pt idx="343">
                  <c:v>-4.6339606592190608E-3</c:v>
                </c:pt>
                <c:pt idx="344">
                  <c:v>0</c:v>
                </c:pt>
                <c:pt idx="345">
                  <c:v>-5.9578575210617046E-4</c:v>
                </c:pt>
                <c:pt idx="346">
                  <c:v>-1.3703281123390476E-2</c:v>
                </c:pt>
                <c:pt idx="347">
                  <c:v>-1.0127272774594576E-2</c:v>
                </c:pt>
                <c:pt idx="348">
                  <c:v>-2.3839068534310837E-2</c:v>
                </c:pt>
                <c:pt idx="349">
                  <c:v>-2.3359148470781022E-2</c:v>
                </c:pt>
                <c:pt idx="350">
                  <c:v>-1.8863439171036056E-2</c:v>
                </c:pt>
                <c:pt idx="351">
                  <c:v>-2.6024796640719217E-2</c:v>
                </c:pt>
                <c:pt idx="352">
                  <c:v>-3.5835045399928989E-2</c:v>
                </c:pt>
                <c:pt idx="353">
                  <c:v>-1.8206867258220516E-2</c:v>
                </c:pt>
                <c:pt idx="354">
                  <c:v>-7.0397757739733002E-3</c:v>
                </c:pt>
                <c:pt idx="355">
                  <c:v>0</c:v>
                </c:pt>
                <c:pt idx="356">
                  <c:v>-6.225068161640257E-3</c:v>
                </c:pt>
                <c:pt idx="357">
                  <c:v>-6.2324874651247253E-3</c:v>
                </c:pt>
                <c:pt idx="358">
                  <c:v>0</c:v>
                </c:pt>
                <c:pt idx="359">
                  <c:v>-7.7177591408695845E-3</c:v>
                </c:pt>
                <c:pt idx="360">
                  <c:v>0</c:v>
                </c:pt>
                <c:pt idx="361">
                  <c:v>-3.3709000898852426E-2</c:v>
                </c:pt>
                <c:pt idx="362">
                  <c:v>-2.3476414354078545E-2</c:v>
                </c:pt>
                <c:pt idx="363">
                  <c:v>-1.6588917021732374E-2</c:v>
                </c:pt>
                <c:pt idx="364">
                  <c:v>-2.4669762044604582E-3</c:v>
                </c:pt>
                <c:pt idx="365">
                  <c:v>-1.2094488744177623E-3</c:v>
                </c:pt>
                <c:pt idx="366">
                  <c:v>0</c:v>
                </c:pt>
                <c:pt idx="367">
                  <c:v>0</c:v>
                </c:pt>
                <c:pt idx="368">
                  <c:v>-2.7347920010952986E-2</c:v>
                </c:pt>
                <c:pt idx="369">
                  <c:v>-3.5512735619118607E-2</c:v>
                </c:pt>
                <c:pt idx="370">
                  <c:v>-8.1375942322886585E-3</c:v>
                </c:pt>
                <c:pt idx="371">
                  <c:v>0</c:v>
                </c:pt>
                <c:pt idx="372">
                  <c:v>-3.0826697149814897E-2</c:v>
                </c:pt>
                <c:pt idx="373">
                  <c:v>-6.0969300131034077E-2</c:v>
                </c:pt>
                <c:pt idx="374">
                  <c:v>-5.4279675610738987E-2</c:v>
                </c:pt>
                <c:pt idx="375">
                  <c:v>-6.108210555507354E-2</c:v>
                </c:pt>
                <c:pt idx="376">
                  <c:v>-3.7842301482966634E-2</c:v>
                </c:pt>
                <c:pt idx="377">
                  <c:v>-4.4701048826303769E-2</c:v>
                </c:pt>
                <c:pt idx="378">
                  <c:v>-5.6168888078267587E-2</c:v>
                </c:pt>
                <c:pt idx="379">
                  <c:v>-7.391062374817281E-2</c:v>
                </c:pt>
                <c:pt idx="380">
                  <c:v>-8.1274045872988365E-2</c:v>
                </c:pt>
                <c:pt idx="381">
                  <c:v>-7.5253795931269796E-2</c:v>
                </c:pt>
                <c:pt idx="382">
                  <c:v>-0.11067754902218019</c:v>
                </c:pt>
                <c:pt idx="383">
                  <c:v>-0.12140105260944734</c:v>
                </c:pt>
                <c:pt idx="384">
                  <c:v>-0.16403982838768572</c:v>
                </c:pt>
                <c:pt idx="385">
                  <c:v>-0.1533903303937304</c:v>
                </c:pt>
                <c:pt idx="386">
                  <c:v>-0.13058642998163617</c:v>
                </c:pt>
                <c:pt idx="387">
                  <c:v>-0.10905468450837452</c:v>
                </c:pt>
                <c:pt idx="388">
                  <c:v>-0.13215208379402277</c:v>
                </c:pt>
                <c:pt idx="389">
                  <c:v>-0.19413888617337816</c:v>
                </c:pt>
                <c:pt idx="390">
                  <c:v>-0.20671551430473845</c:v>
                </c:pt>
                <c:pt idx="391">
                  <c:v>-0.1968661949277537</c:v>
                </c:pt>
                <c:pt idx="392">
                  <c:v>-0.18862574228614826</c:v>
                </c:pt>
                <c:pt idx="393">
                  <c:v>-0.23025674021380738</c:v>
                </c:pt>
                <c:pt idx="394">
                  <c:v>-0.19133703031989979</c:v>
                </c:pt>
                <c:pt idx="395">
                  <c:v>-0.18074224266590433</c:v>
                </c:pt>
                <c:pt idx="396">
                  <c:v>-0.16905627045725169</c:v>
                </c:pt>
                <c:pt idx="397">
                  <c:v>-0.14909761437056612</c:v>
                </c:pt>
                <c:pt idx="398">
                  <c:v>-0.12916299252029273</c:v>
                </c:pt>
                <c:pt idx="399">
                  <c:v>-0.1606630373678225</c:v>
                </c:pt>
                <c:pt idx="400">
                  <c:v>-0.19928342487855166</c:v>
                </c:pt>
                <c:pt idx="401">
                  <c:v>-0.18067958728010003</c:v>
                </c:pt>
                <c:pt idx="402">
                  <c:v>-0.17161101883103269</c:v>
                </c:pt>
                <c:pt idx="403">
                  <c:v>-0.19591456288921794</c:v>
                </c:pt>
                <c:pt idx="404">
                  <c:v>-0.22102777650877481</c:v>
                </c:pt>
                <c:pt idx="405">
                  <c:v>-0.2166328312783089</c:v>
                </c:pt>
                <c:pt idx="406">
                  <c:v>-0.2300946956065496</c:v>
                </c:pt>
                <c:pt idx="407">
                  <c:v>-0.23342348408325464</c:v>
                </c:pt>
                <c:pt idx="408">
                  <c:v>-0.20805687123538574</c:v>
                </c:pt>
                <c:pt idx="409">
                  <c:v>-0.21216134244597296</c:v>
                </c:pt>
                <c:pt idx="410">
                  <c:v>-0.16997077835271401</c:v>
                </c:pt>
                <c:pt idx="411">
                  <c:v>-0.16805995289334819</c:v>
                </c:pt>
                <c:pt idx="412">
                  <c:v>-0.14870844640664294</c:v>
                </c:pt>
                <c:pt idx="413">
                  <c:v>-0.1535722210920033</c:v>
                </c:pt>
                <c:pt idx="414">
                  <c:v>-0.17727054140266152</c:v>
                </c:pt>
                <c:pt idx="415">
                  <c:v>-0.20097662903629399</c:v>
                </c:pt>
                <c:pt idx="416">
                  <c:v>-0.20376305370668379</c:v>
                </c:pt>
                <c:pt idx="417">
                  <c:v>-0.19705356448521527</c:v>
                </c:pt>
                <c:pt idx="418">
                  <c:v>-0.19557588057192321</c:v>
                </c:pt>
                <c:pt idx="419">
                  <c:v>-0.16539116980733892</c:v>
                </c:pt>
                <c:pt idx="420">
                  <c:v>-0.16206198657985682</c:v>
                </c:pt>
                <c:pt idx="421">
                  <c:v>-0.13815477166565038</c:v>
                </c:pt>
                <c:pt idx="422">
                  <c:v>-0.12524270807971427</c:v>
                </c:pt>
                <c:pt idx="423">
                  <c:v>-0.12363700864304417</c:v>
                </c:pt>
                <c:pt idx="424">
                  <c:v>-0.12016069437610688</c:v>
                </c:pt>
                <c:pt idx="425">
                  <c:v>-0.14128541510352022</c:v>
                </c:pt>
                <c:pt idx="426">
                  <c:v>-0.14462300548944174</c:v>
                </c:pt>
                <c:pt idx="427">
                  <c:v>-0.16604974347268897</c:v>
                </c:pt>
                <c:pt idx="428">
                  <c:v>-0.20827902574118473</c:v>
                </c:pt>
                <c:pt idx="429">
                  <c:v>-0.22061170176300249</c:v>
                </c:pt>
                <c:pt idx="430">
                  <c:v>-0.20191640295677227</c:v>
                </c:pt>
                <c:pt idx="431">
                  <c:v>-0.19785986358769214</c:v>
                </c:pt>
                <c:pt idx="432">
                  <c:v>-0.18562918682540619</c:v>
                </c:pt>
                <c:pt idx="433">
                  <c:v>-0.16955774720692629</c:v>
                </c:pt>
                <c:pt idx="434">
                  <c:v>-0.17828229336797696</c:v>
                </c:pt>
                <c:pt idx="435">
                  <c:v>-0.20072174393652287</c:v>
                </c:pt>
                <c:pt idx="436">
                  <c:v>-0.18899258119514595</c:v>
                </c:pt>
                <c:pt idx="437">
                  <c:v>-0.18780427404618982</c:v>
                </c:pt>
                <c:pt idx="438">
                  <c:v>-0.20835338367078304</c:v>
                </c:pt>
                <c:pt idx="439">
                  <c:v>-0.21730396665535601</c:v>
                </c:pt>
                <c:pt idx="440">
                  <c:v>-0.20110614924626879</c:v>
                </c:pt>
                <c:pt idx="441">
                  <c:v>-0.18882463706662411</c:v>
                </c:pt>
                <c:pt idx="442">
                  <c:v>-0.21475200852964693</c:v>
                </c:pt>
                <c:pt idx="443">
                  <c:v>-0.19817970432455567</c:v>
                </c:pt>
                <c:pt idx="444">
                  <c:v>-0.20422764900234058</c:v>
                </c:pt>
                <c:pt idx="445">
                  <c:v>-0.18559895477995669</c:v>
                </c:pt>
                <c:pt idx="446">
                  <c:v>-0.16553808068916531</c:v>
                </c:pt>
                <c:pt idx="447">
                  <c:v>-0.16536993920661147</c:v>
                </c:pt>
                <c:pt idx="448">
                  <c:v>-0.18250865544712291</c:v>
                </c:pt>
                <c:pt idx="449">
                  <c:v>-0.17516571014105997</c:v>
                </c:pt>
                <c:pt idx="450">
                  <c:v>-0.20253166167072334</c:v>
                </c:pt>
                <c:pt idx="451">
                  <c:v>-0.21444598865883158</c:v>
                </c:pt>
                <c:pt idx="452">
                  <c:v>-0.20336330318536455</c:v>
                </c:pt>
                <c:pt idx="453">
                  <c:v>-0.20872222674046748</c:v>
                </c:pt>
                <c:pt idx="454">
                  <c:v>-0.18258927501678468</c:v>
                </c:pt>
                <c:pt idx="455">
                  <c:v>-0.20344765779588692</c:v>
                </c:pt>
                <c:pt idx="456">
                  <c:v>-0.21883599715745106</c:v>
                </c:pt>
                <c:pt idx="457">
                  <c:v>-0.24196804040849351</c:v>
                </c:pt>
                <c:pt idx="458">
                  <c:v>-0.22734162538281266</c:v>
                </c:pt>
                <c:pt idx="459">
                  <c:v>-0.24562019155452708</c:v>
                </c:pt>
                <c:pt idx="460">
                  <c:v>-0.26657563056680145</c:v>
                </c:pt>
                <c:pt idx="461">
                  <c:v>-0.23484745456993739</c:v>
                </c:pt>
                <c:pt idx="462">
                  <c:v>-0.22666471119663556</c:v>
                </c:pt>
                <c:pt idx="463">
                  <c:v>-0.20260229646682226</c:v>
                </c:pt>
                <c:pt idx="464">
                  <c:v>-0.20408955239559445</c:v>
                </c:pt>
                <c:pt idx="465">
                  <c:v>-0.19232943175218808</c:v>
                </c:pt>
                <c:pt idx="466">
                  <c:v>-0.18261076905564166</c:v>
                </c:pt>
                <c:pt idx="467">
                  <c:v>-0.14022486825749025</c:v>
                </c:pt>
                <c:pt idx="468">
                  <c:v>-0.13134771872885542</c:v>
                </c:pt>
                <c:pt idx="469">
                  <c:v>-0.12290377138993325</c:v>
                </c:pt>
                <c:pt idx="470">
                  <c:v>-0.13003657719255524</c:v>
                </c:pt>
                <c:pt idx="471">
                  <c:v>-0.14138871859313606</c:v>
                </c:pt>
                <c:pt idx="472">
                  <c:v>-0.15033435553354924</c:v>
                </c:pt>
                <c:pt idx="473">
                  <c:v>-0.12952725560650358</c:v>
                </c:pt>
                <c:pt idx="474">
                  <c:v>-0.13796850516067061</c:v>
                </c:pt>
                <c:pt idx="475">
                  <c:v>-0.14024460243055137</c:v>
                </c:pt>
                <c:pt idx="476">
                  <c:v>-0.11614068606093153</c:v>
                </c:pt>
                <c:pt idx="477">
                  <c:v>-0.10981215018843704</c:v>
                </c:pt>
                <c:pt idx="478">
                  <c:v>-0.10869888587361154</c:v>
                </c:pt>
                <c:pt idx="479">
                  <c:v>-9.2965795730980183E-2</c:v>
                </c:pt>
                <c:pt idx="480">
                  <c:v>-9.218510180034023E-2</c:v>
                </c:pt>
                <c:pt idx="481">
                  <c:v>-7.742058951209152E-2</c:v>
                </c:pt>
                <c:pt idx="482">
                  <c:v>-7.05767749831131E-2</c:v>
                </c:pt>
                <c:pt idx="483">
                  <c:v>-8.9217516385188156E-2</c:v>
                </c:pt>
                <c:pt idx="484">
                  <c:v>-9.8843593857245837E-2</c:v>
                </c:pt>
                <c:pt idx="485">
                  <c:v>-0.11881616428970188</c:v>
                </c:pt>
                <c:pt idx="486">
                  <c:v>-0.11081960029727655</c:v>
                </c:pt>
                <c:pt idx="487">
                  <c:v>-0.10617778042775916</c:v>
                </c:pt>
                <c:pt idx="488">
                  <c:v>-7.6411001428507874E-2</c:v>
                </c:pt>
                <c:pt idx="489">
                  <c:v>-7.0934090801638594E-2</c:v>
                </c:pt>
                <c:pt idx="490">
                  <c:v>-7.8317626301486865E-2</c:v>
                </c:pt>
                <c:pt idx="491">
                  <c:v>-8.395018785937236E-2</c:v>
                </c:pt>
                <c:pt idx="492">
                  <c:v>-8.4430253901968122E-2</c:v>
                </c:pt>
                <c:pt idx="493">
                  <c:v>-0.10763817844930679</c:v>
                </c:pt>
                <c:pt idx="494">
                  <c:v>-0.11571670789216204</c:v>
                </c:pt>
                <c:pt idx="495">
                  <c:v>-9.9167710847442136E-2</c:v>
                </c:pt>
                <c:pt idx="496">
                  <c:v>-8.8147685598470416E-2</c:v>
                </c:pt>
                <c:pt idx="497">
                  <c:v>-7.3370164650058856E-2</c:v>
                </c:pt>
                <c:pt idx="498">
                  <c:v>-6.0799380888999832E-2</c:v>
                </c:pt>
                <c:pt idx="499">
                  <c:v>-6.0578318017099453E-2</c:v>
                </c:pt>
                <c:pt idx="500">
                  <c:v>-5.7157964954622886E-2</c:v>
                </c:pt>
                <c:pt idx="501">
                  <c:v>-8.542122019627818E-2</c:v>
                </c:pt>
                <c:pt idx="502">
                  <c:v>-5.4576466490330988E-2</c:v>
                </c:pt>
                <c:pt idx="503">
                  <c:v>-4.4550932631410078E-2</c:v>
                </c:pt>
                <c:pt idx="504">
                  <c:v>-1.8902687249529593E-2</c:v>
                </c:pt>
                <c:pt idx="505">
                  <c:v>-6.9475626105357513E-3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-8.5346375707495703E-3</c:v>
                </c:pt>
                <c:pt idx="510">
                  <c:v>-7.7891074026036344E-3</c:v>
                </c:pt>
                <c:pt idx="511">
                  <c:v>0</c:v>
                </c:pt>
                <c:pt idx="512">
                  <c:v>-7.0998216380031565E-3</c:v>
                </c:pt>
                <c:pt idx="513">
                  <c:v>-2.1381813152999807E-2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-8.760052624201542E-5</c:v>
                </c:pt>
                <c:pt idx="518">
                  <c:v>-5.9932089377310316E-3</c:v>
                </c:pt>
                <c:pt idx="519">
                  <c:v>-8.7521776608031621E-3</c:v>
                </c:pt>
                <c:pt idx="520">
                  <c:v>-3.2549307491429591E-2</c:v>
                </c:pt>
                <c:pt idx="521">
                  <c:v>-1.8811201394311583E-2</c:v>
                </c:pt>
                <c:pt idx="522">
                  <c:v>-2.316487988793281E-2</c:v>
                </c:pt>
                <c:pt idx="523">
                  <c:v>-1.6470329900245662E-2</c:v>
                </c:pt>
                <c:pt idx="524">
                  <c:v>-1.6663080206849923E-2</c:v>
                </c:pt>
                <c:pt idx="525">
                  <c:v>-5.3006269315605259E-3</c:v>
                </c:pt>
                <c:pt idx="526">
                  <c:v>0</c:v>
                </c:pt>
                <c:pt idx="527">
                  <c:v>-2.3843826231264353E-2</c:v>
                </c:pt>
                <c:pt idx="528">
                  <c:v>-2.8181668729062026E-2</c:v>
                </c:pt>
                <c:pt idx="529">
                  <c:v>-2.0017098381894471E-2</c:v>
                </c:pt>
                <c:pt idx="530">
                  <c:v>-2.6593081444899358E-2</c:v>
                </c:pt>
                <c:pt idx="531">
                  <c:v>-6.5281119408737598E-2</c:v>
                </c:pt>
                <c:pt idx="532">
                  <c:v>-8.948516534479356E-2</c:v>
                </c:pt>
                <c:pt idx="533">
                  <c:v>-5.3948319366900255E-2</c:v>
                </c:pt>
                <c:pt idx="534">
                  <c:v>-4.3536059881642997E-2</c:v>
                </c:pt>
                <c:pt idx="535">
                  <c:v>-6.8136682524882919E-2</c:v>
                </c:pt>
                <c:pt idx="536">
                  <c:v>-0.13168161884709306</c:v>
                </c:pt>
                <c:pt idx="537">
                  <c:v>-9.4187722748855562E-2</c:v>
                </c:pt>
                <c:pt idx="538">
                  <c:v>-6.4617684331984226E-2</c:v>
                </c:pt>
                <c:pt idx="539">
                  <c:v>-4.4506746026984567E-2</c:v>
                </c:pt>
                <c:pt idx="540">
                  <c:v>-2.7161750796792838E-2</c:v>
                </c:pt>
                <c:pt idx="541">
                  <c:v>0</c:v>
                </c:pt>
                <c:pt idx="542">
                  <c:v>-6.7231717640754418E-3</c:v>
                </c:pt>
                <c:pt idx="543">
                  <c:v>-3.4405594606168322E-4</c:v>
                </c:pt>
                <c:pt idx="544">
                  <c:v>-2.2787489843648645E-3</c:v>
                </c:pt>
                <c:pt idx="545">
                  <c:v>-3.721449303692892E-3</c:v>
                </c:pt>
                <c:pt idx="546">
                  <c:v>-6.354339851068147E-3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-2.9779633611203282E-3</c:v>
                </c:pt>
                <c:pt idx="552">
                  <c:v>-1.1566509124610436E-2</c:v>
                </c:pt>
                <c:pt idx="553">
                  <c:v>-1.7250750785785085E-2</c:v>
                </c:pt>
                <c:pt idx="554">
                  <c:v>0</c:v>
                </c:pt>
                <c:pt idx="555">
                  <c:v>-1.9641175461356797E-3</c:v>
                </c:pt>
                <c:pt idx="556">
                  <c:v>-3.3795649825996144E-3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-9.654224930525479E-3</c:v>
                </c:pt>
                <c:pt idx="561">
                  <c:v>-6.6106382751263126E-4</c:v>
                </c:pt>
                <c:pt idx="562">
                  <c:v>-9.5883047439885294E-3</c:v>
                </c:pt>
                <c:pt idx="563">
                  <c:v>-1.5702492407820623E-2</c:v>
                </c:pt>
                <c:pt idx="564">
                  <c:v>-3.3736586944030922E-3</c:v>
                </c:pt>
                <c:pt idx="565">
                  <c:v>-1.263257645486171E-2</c:v>
                </c:pt>
                <c:pt idx="566">
                  <c:v>-2.8572629527341409E-3</c:v>
                </c:pt>
                <c:pt idx="567">
                  <c:v>-1.3753358763926915E-2</c:v>
                </c:pt>
                <c:pt idx="568">
                  <c:v>-1.981068307287881E-2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-1.6084194768488658E-3</c:v>
                </c:pt>
                <c:pt idx="57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BA-4AC4-BF4B-0BECB2D2EA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Materiales</c:v>
                </c:pt>
              </c:strCache>
            </c:strRef>
          </c:tx>
          <c:spPr>
            <a:ln w="22225" cap="flat">
              <a:solidFill>
                <a:srgbClr val="C982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Sheet1!$A$2:$A$575</c:f>
              <c:strCache>
                <c:ptCount val="574"/>
                <c:pt idx="0">
                  <c:v>2015-01</c:v>
                </c:pt>
                <c:pt idx="1">
                  <c:v>2015-01</c:v>
                </c:pt>
                <c:pt idx="2">
                  <c:v>2015-01</c:v>
                </c:pt>
                <c:pt idx="3">
                  <c:v>2015-01</c:v>
                </c:pt>
                <c:pt idx="4">
                  <c:v>2015-01</c:v>
                </c:pt>
                <c:pt idx="5">
                  <c:v>2015-02</c:v>
                </c:pt>
                <c:pt idx="6">
                  <c:v>2015-02</c:v>
                </c:pt>
                <c:pt idx="7">
                  <c:v>2015-02</c:v>
                </c:pt>
                <c:pt idx="8">
                  <c:v>2015-02</c:v>
                </c:pt>
                <c:pt idx="9">
                  <c:v>2015-03</c:v>
                </c:pt>
                <c:pt idx="10">
                  <c:v>2015-03</c:v>
                </c:pt>
                <c:pt idx="11">
                  <c:v>2015-03</c:v>
                </c:pt>
                <c:pt idx="12">
                  <c:v>2015-03</c:v>
                </c:pt>
                <c:pt idx="13">
                  <c:v>2015-04</c:v>
                </c:pt>
                <c:pt idx="14">
                  <c:v>2015-04</c:v>
                </c:pt>
                <c:pt idx="15">
                  <c:v>2015-04</c:v>
                </c:pt>
                <c:pt idx="16">
                  <c:v>2015-04</c:v>
                </c:pt>
                <c:pt idx="17">
                  <c:v>2015-04</c:v>
                </c:pt>
                <c:pt idx="18">
                  <c:v>2015-05</c:v>
                </c:pt>
                <c:pt idx="19">
                  <c:v>2015-05</c:v>
                </c:pt>
                <c:pt idx="20">
                  <c:v>2015-05</c:v>
                </c:pt>
                <c:pt idx="21">
                  <c:v>2015-05</c:v>
                </c:pt>
                <c:pt idx="22">
                  <c:v>2015-06</c:v>
                </c:pt>
                <c:pt idx="23">
                  <c:v>2015-06</c:v>
                </c:pt>
                <c:pt idx="24">
                  <c:v>2015-06</c:v>
                </c:pt>
                <c:pt idx="25">
                  <c:v>2015-06</c:v>
                </c:pt>
                <c:pt idx="26">
                  <c:v>2015-07</c:v>
                </c:pt>
                <c:pt idx="27">
                  <c:v>2015-07</c:v>
                </c:pt>
                <c:pt idx="28">
                  <c:v>2015-07</c:v>
                </c:pt>
                <c:pt idx="29">
                  <c:v>2015-07</c:v>
                </c:pt>
                <c:pt idx="30">
                  <c:v>2015-07</c:v>
                </c:pt>
                <c:pt idx="31">
                  <c:v>2015-08</c:v>
                </c:pt>
                <c:pt idx="32">
                  <c:v>2015-08</c:v>
                </c:pt>
                <c:pt idx="33">
                  <c:v>2015-08</c:v>
                </c:pt>
                <c:pt idx="34">
                  <c:v>2015-08</c:v>
                </c:pt>
                <c:pt idx="35">
                  <c:v>2015-09</c:v>
                </c:pt>
                <c:pt idx="36">
                  <c:v>2015-09</c:v>
                </c:pt>
                <c:pt idx="37">
                  <c:v>2015-09</c:v>
                </c:pt>
                <c:pt idx="38">
                  <c:v>2015-09</c:v>
                </c:pt>
                <c:pt idx="39">
                  <c:v>2015-10</c:v>
                </c:pt>
                <c:pt idx="40">
                  <c:v>2015-10</c:v>
                </c:pt>
                <c:pt idx="41">
                  <c:v>2015-10</c:v>
                </c:pt>
                <c:pt idx="42">
                  <c:v>2015-10</c:v>
                </c:pt>
                <c:pt idx="43">
                  <c:v>2015-10</c:v>
                </c:pt>
                <c:pt idx="44">
                  <c:v>2015-11</c:v>
                </c:pt>
                <c:pt idx="45">
                  <c:v>2015-11</c:v>
                </c:pt>
                <c:pt idx="46">
                  <c:v>2015-11</c:v>
                </c:pt>
                <c:pt idx="47">
                  <c:v>2015-11</c:v>
                </c:pt>
                <c:pt idx="48">
                  <c:v>2015-12</c:v>
                </c:pt>
                <c:pt idx="49">
                  <c:v>2015-12</c:v>
                </c:pt>
                <c:pt idx="50">
                  <c:v>2015-12</c:v>
                </c:pt>
                <c:pt idx="51">
                  <c:v>2015-12</c:v>
                </c:pt>
                <c:pt idx="52">
                  <c:v>2015-12</c:v>
                </c:pt>
                <c:pt idx="53">
                  <c:v>2016-01</c:v>
                </c:pt>
                <c:pt idx="54">
                  <c:v>2016-01</c:v>
                </c:pt>
                <c:pt idx="55">
                  <c:v>2016-01</c:v>
                </c:pt>
                <c:pt idx="56">
                  <c:v>2016-01</c:v>
                </c:pt>
                <c:pt idx="57">
                  <c:v>2016-02</c:v>
                </c:pt>
                <c:pt idx="58">
                  <c:v>2016-02</c:v>
                </c:pt>
                <c:pt idx="59">
                  <c:v>2016-02</c:v>
                </c:pt>
                <c:pt idx="60">
                  <c:v>2016-02</c:v>
                </c:pt>
                <c:pt idx="61">
                  <c:v>2016-03</c:v>
                </c:pt>
                <c:pt idx="62">
                  <c:v>2016-03</c:v>
                </c:pt>
                <c:pt idx="63">
                  <c:v>2016-03</c:v>
                </c:pt>
                <c:pt idx="64">
                  <c:v>2016-03</c:v>
                </c:pt>
                <c:pt idx="65">
                  <c:v>2016-03</c:v>
                </c:pt>
                <c:pt idx="66">
                  <c:v>2016-04</c:v>
                </c:pt>
                <c:pt idx="67">
                  <c:v>2016-04</c:v>
                </c:pt>
                <c:pt idx="68">
                  <c:v>2016-04</c:v>
                </c:pt>
                <c:pt idx="69">
                  <c:v>2016-04</c:v>
                </c:pt>
                <c:pt idx="70">
                  <c:v>2016-05</c:v>
                </c:pt>
                <c:pt idx="71">
                  <c:v>2016-05</c:v>
                </c:pt>
                <c:pt idx="72">
                  <c:v>2016-05</c:v>
                </c:pt>
                <c:pt idx="73">
                  <c:v>2016-05</c:v>
                </c:pt>
                <c:pt idx="74">
                  <c:v>2016-06</c:v>
                </c:pt>
                <c:pt idx="75">
                  <c:v>2016-06</c:v>
                </c:pt>
                <c:pt idx="76">
                  <c:v>2016-06</c:v>
                </c:pt>
                <c:pt idx="77">
                  <c:v>2016-06</c:v>
                </c:pt>
                <c:pt idx="78">
                  <c:v>2016-06</c:v>
                </c:pt>
                <c:pt idx="79">
                  <c:v>2016-07</c:v>
                </c:pt>
                <c:pt idx="80">
                  <c:v>2016-07</c:v>
                </c:pt>
                <c:pt idx="81">
                  <c:v>2016-07</c:v>
                </c:pt>
                <c:pt idx="82">
                  <c:v>2016-07</c:v>
                </c:pt>
                <c:pt idx="83">
                  <c:v>2016-08</c:v>
                </c:pt>
                <c:pt idx="84">
                  <c:v>2016-08</c:v>
                </c:pt>
                <c:pt idx="85">
                  <c:v>2016-08</c:v>
                </c:pt>
                <c:pt idx="86">
                  <c:v>2016-08</c:v>
                </c:pt>
                <c:pt idx="87">
                  <c:v>2016-09</c:v>
                </c:pt>
                <c:pt idx="88">
                  <c:v>2016-09</c:v>
                </c:pt>
                <c:pt idx="89">
                  <c:v>2016-09</c:v>
                </c:pt>
                <c:pt idx="90">
                  <c:v>2016-09</c:v>
                </c:pt>
                <c:pt idx="91">
                  <c:v>2016-09</c:v>
                </c:pt>
                <c:pt idx="92">
                  <c:v>2016-10</c:v>
                </c:pt>
                <c:pt idx="93">
                  <c:v>2016-10</c:v>
                </c:pt>
                <c:pt idx="94">
                  <c:v>2016-10</c:v>
                </c:pt>
                <c:pt idx="95">
                  <c:v>2016-10</c:v>
                </c:pt>
                <c:pt idx="96">
                  <c:v>2016-11</c:v>
                </c:pt>
                <c:pt idx="97">
                  <c:v>2016-11</c:v>
                </c:pt>
                <c:pt idx="98">
                  <c:v>2016-11</c:v>
                </c:pt>
                <c:pt idx="99">
                  <c:v>2016-11</c:v>
                </c:pt>
                <c:pt idx="100">
                  <c:v>2016-12</c:v>
                </c:pt>
                <c:pt idx="101">
                  <c:v>2016-12</c:v>
                </c:pt>
                <c:pt idx="102">
                  <c:v>2016-12</c:v>
                </c:pt>
                <c:pt idx="103">
                  <c:v>2016-12</c:v>
                </c:pt>
                <c:pt idx="104">
                  <c:v>2016-12</c:v>
                </c:pt>
                <c:pt idx="105">
                  <c:v>2017-01</c:v>
                </c:pt>
                <c:pt idx="106">
                  <c:v>2017-01</c:v>
                </c:pt>
                <c:pt idx="107">
                  <c:v>2017-01</c:v>
                </c:pt>
                <c:pt idx="108">
                  <c:v>2017-01</c:v>
                </c:pt>
                <c:pt idx="109">
                  <c:v>2017-02</c:v>
                </c:pt>
                <c:pt idx="110">
                  <c:v>2017-02</c:v>
                </c:pt>
                <c:pt idx="111">
                  <c:v>2017-02</c:v>
                </c:pt>
                <c:pt idx="112">
                  <c:v>2017-02</c:v>
                </c:pt>
                <c:pt idx="113">
                  <c:v>2017-03</c:v>
                </c:pt>
                <c:pt idx="114">
                  <c:v>2017-03</c:v>
                </c:pt>
                <c:pt idx="115">
                  <c:v>2017-03</c:v>
                </c:pt>
                <c:pt idx="116">
                  <c:v>2017-03</c:v>
                </c:pt>
                <c:pt idx="117">
                  <c:v>2017-03</c:v>
                </c:pt>
                <c:pt idx="118">
                  <c:v>2017-04</c:v>
                </c:pt>
                <c:pt idx="119">
                  <c:v>2017-04</c:v>
                </c:pt>
                <c:pt idx="120">
                  <c:v>2017-04</c:v>
                </c:pt>
                <c:pt idx="121">
                  <c:v>2017-04</c:v>
                </c:pt>
                <c:pt idx="122">
                  <c:v>2017-05</c:v>
                </c:pt>
                <c:pt idx="123">
                  <c:v>2017-05</c:v>
                </c:pt>
                <c:pt idx="124">
                  <c:v>2017-05</c:v>
                </c:pt>
                <c:pt idx="125">
                  <c:v>2017-05</c:v>
                </c:pt>
                <c:pt idx="126">
                  <c:v>2017-06</c:v>
                </c:pt>
                <c:pt idx="127">
                  <c:v>2017-06</c:v>
                </c:pt>
                <c:pt idx="128">
                  <c:v>2017-06</c:v>
                </c:pt>
                <c:pt idx="129">
                  <c:v>2017-06</c:v>
                </c:pt>
                <c:pt idx="130">
                  <c:v>2017-06</c:v>
                </c:pt>
                <c:pt idx="131">
                  <c:v>2017-07</c:v>
                </c:pt>
                <c:pt idx="132">
                  <c:v>2017-07</c:v>
                </c:pt>
                <c:pt idx="133">
                  <c:v>2017-07</c:v>
                </c:pt>
                <c:pt idx="134">
                  <c:v>2017-07</c:v>
                </c:pt>
                <c:pt idx="135">
                  <c:v>2017-08</c:v>
                </c:pt>
                <c:pt idx="136">
                  <c:v>2017-08</c:v>
                </c:pt>
                <c:pt idx="137">
                  <c:v>2017-08</c:v>
                </c:pt>
                <c:pt idx="138">
                  <c:v>2017-08</c:v>
                </c:pt>
                <c:pt idx="139">
                  <c:v>2017-08</c:v>
                </c:pt>
                <c:pt idx="140">
                  <c:v>2017-09</c:v>
                </c:pt>
                <c:pt idx="141">
                  <c:v>2017-09</c:v>
                </c:pt>
                <c:pt idx="142">
                  <c:v>2017-09</c:v>
                </c:pt>
                <c:pt idx="143">
                  <c:v>2017-09</c:v>
                </c:pt>
                <c:pt idx="144">
                  <c:v>2017-10</c:v>
                </c:pt>
                <c:pt idx="145">
                  <c:v>2017-10</c:v>
                </c:pt>
                <c:pt idx="146">
                  <c:v>2017-10</c:v>
                </c:pt>
                <c:pt idx="147">
                  <c:v>2017-10</c:v>
                </c:pt>
                <c:pt idx="148">
                  <c:v>2017-11</c:v>
                </c:pt>
                <c:pt idx="149">
                  <c:v>2017-11</c:v>
                </c:pt>
                <c:pt idx="150">
                  <c:v>2017-11</c:v>
                </c:pt>
                <c:pt idx="151">
                  <c:v>2017-11</c:v>
                </c:pt>
                <c:pt idx="152">
                  <c:v>2017-11</c:v>
                </c:pt>
                <c:pt idx="153">
                  <c:v>2017-12</c:v>
                </c:pt>
                <c:pt idx="154">
                  <c:v>2017-12</c:v>
                </c:pt>
                <c:pt idx="155">
                  <c:v>2017-12</c:v>
                </c:pt>
                <c:pt idx="156">
                  <c:v>2017-12</c:v>
                </c:pt>
                <c:pt idx="157">
                  <c:v>2018-01</c:v>
                </c:pt>
                <c:pt idx="158">
                  <c:v>2018-01</c:v>
                </c:pt>
                <c:pt idx="159">
                  <c:v>2018-01</c:v>
                </c:pt>
                <c:pt idx="160">
                  <c:v>2018-01</c:v>
                </c:pt>
                <c:pt idx="161">
                  <c:v>2018-02</c:v>
                </c:pt>
                <c:pt idx="162">
                  <c:v>2018-02</c:v>
                </c:pt>
                <c:pt idx="163">
                  <c:v>2018-02</c:v>
                </c:pt>
                <c:pt idx="164">
                  <c:v>2018-02</c:v>
                </c:pt>
                <c:pt idx="165">
                  <c:v>2018-03</c:v>
                </c:pt>
                <c:pt idx="166">
                  <c:v>2018-03</c:v>
                </c:pt>
                <c:pt idx="167">
                  <c:v>2018-03</c:v>
                </c:pt>
                <c:pt idx="168">
                  <c:v>2018-03</c:v>
                </c:pt>
                <c:pt idx="169">
                  <c:v>2018-03</c:v>
                </c:pt>
                <c:pt idx="170">
                  <c:v>2018-04</c:v>
                </c:pt>
                <c:pt idx="171">
                  <c:v>2018-04</c:v>
                </c:pt>
                <c:pt idx="172">
                  <c:v>2018-04</c:v>
                </c:pt>
                <c:pt idx="173">
                  <c:v>2018-04</c:v>
                </c:pt>
                <c:pt idx="174">
                  <c:v>2018-05</c:v>
                </c:pt>
                <c:pt idx="175">
                  <c:v>2018-05</c:v>
                </c:pt>
                <c:pt idx="176">
                  <c:v>2018-05</c:v>
                </c:pt>
                <c:pt idx="177">
                  <c:v>2018-05</c:v>
                </c:pt>
                <c:pt idx="178">
                  <c:v>2018-05</c:v>
                </c:pt>
                <c:pt idx="179">
                  <c:v>2018-06</c:v>
                </c:pt>
                <c:pt idx="180">
                  <c:v>2018-06</c:v>
                </c:pt>
                <c:pt idx="181">
                  <c:v>2018-06</c:v>
                </c:pt>
                <c:pt idx="182">
                  <c:v>2018-06</c:v>
                </c:pt>
                <c:pt idx="183">
                  <c:v>2018-07</c:v>
                </c:pt>
                <c:pt idx="184">
                  <c:v>2018-07</c:v>
                </c:pt>
                <c:pt idx="185">
                  <c:v>2018-07</c:v>
                </c:pt>
                <c:pt idx="186">
                  <c:v>2018-07</c:v>
                </c:pt>
                <c:pt idx="187">
                  <c:v>2018-08</c:v>
                </c:pt>
                <c:pt idx="188">
                  <c:v>2018-08</c:v>
                </c:pt>
                <c:pt idx="189">
                  <c:v>2018-08</c:v>
                </c:pt>
                <c:pt idx="190">
                  <c:v>2018-08</c:v>
                </c:pt>
                <c:pt idx="191">
                  <c:v>2018-08</c:v>
                </c:pt>
                <c:pt idx="192">
                  <c:v>2018-09</c:v>
                </c:pt>
                <c:pt idx="193">
                  <c:v>2018-09</c:v>
                </c:pt>
                <c:pt idx="194">
                  <c:v>2018-09</c:v>
                </c:pt>
                <c:pt idx="195">
                  <c:v>2018-09</c:v>
                </c:pt>
                <c:pt idx="196">
                  <c:v>2018-10</c:v>
                </c:pt>
                <c:pt idx="197">
                  <c:v>2018-10</c:v>
                </c:pt>
                <c:pt idx="198">
                  <c:v>2018-10</c:v>
                </c:pt>
                <c:pt idx="199">
                  <c:v>2018-10</c:v>
                </c:pt>
                <c:pt idx="200">
                  <c:v>2018-11</c:v>
                </c:pt>
                <c:pt idx="201">
                  <c:v>2018-11</c:v>
                </c:pt>
                <c:pt idx="202">
                  <c:v>2018-11</c:v>
                </c:pt>
                <c:pt idx="203">
                  <c:v>2018-11</c:v>
                </c:pt>
                <c:pt idx="204">
                  <c:v>2018-11</c:v>
                </c:pt>
                <c:pt idx="205">
                  <c:v>2018-12</c:v>
                </c:pt>
                <c:pt idx="206">
                  <c:v>2018-12</c:v>
                </c:pt>
                <c:pt idx="207">
                  <c:v>2018-12</c:v>
                </c:pt>
                <c:pt idx="208">
                  <c:v>2018-12</c:v>
                </c:pt>
                <c:pt idx="209">
                  <c:v>2019-01</c:v>
                </c:pt>
                <c:pt idx="210">
                  <c:v>2019-01</c:v>
                </c:pt>
                <c:pt idx="211">
                  <c:v>2019-01</c:v>
                </c:pt>
                <c:pt idx="212">
                  <c:v>2019-01</c:v>
                </c:pt>
                <c:pt idx="213">
                  <c:v>2019-01</c:v>
                </c:pt>
                <c:pt idx="214">
                  <c:v>2019-02</c:v>
                </c:pt>
                <c:pt idx="215">
                  <c:v>2019-02</c:v>
                </c:pt>
                <c:pt idx="216">
                  <c:v>2019-02</c:v>
                </c:pt>
                <c:pt idx="217">
                  <c:v>2019-02</c:v>
                </c:pt>
                <c:pt idx="218">
                  <c:v>2019-03</c:v>
                </c:pt>
                <c:pt idx="219">
                  <c:v>2019-03</c:v>
                </c:pt>
                <c:pt idx="220">
                  <c:v>2019-03</c:v>
                </c:pt>
                <c:pt idx="221">
                  <c:v>2019-03</c:v>
                </c:pt>
                <c:pt idx="222">
                  <c:v>2019-04</c:v>
                </c:pt>
                <c:pt idx="223">
                  <c:v>2019-04</c:v>
                </c:pt>
                <c:pt idx="224">
                  <c:v>2019-04</c:v>
                </c:pt>
                <c:pt idx="225">
                  <c:v>2019-04</c:v>
                </c:pt>
                <c:pt idx="226">
                  <c:v>2019-05</c:v>
                </c:pt>
                <c:pt idx="227">
                  <c:v>2019-05</c:v>
                </c:pt>
                <c:pt idx="228">
                  <c:v>2019-05</c:v>
                </c:pt>
                <c:pt idx="229">
                  <c:v>2019-05</c:v>
                </c:pt>
                <c:pt idx="230">
                  <c:v>2019-05</c:v>
                </c:pt>
                <c:pt idx="231">
                  <c:v>2019-06</c:v>
                </c:pt>
                <c:pt idx="232">
                  <c:v>2019-06</c:v>
                </c:pt>
                <c:pt idx="233">
                  <c:v>2019-06</c:v>
                </c:pt>
                <c:pt idx="234">
                  <c:v>2019-06</c:v>
                </c:pt>
                <c:pt idx="235">
                  <c:v>2019-07</c:v>
                </c:pt>
                <c:pt idx="236">
                  <c:v>2019-07</c:v>
                </c:pt>
                <c:pt idx="237">
                  <c:v>2019-07</c:v>
                </c:pt>
                <c:pt idx="238">
                  <c:v>2019-07</c:v>
                </c:pt>
                <c:pt idx="239">
                  <c:v>2019-08</c:v>
                </c:pt>
                <c:pt idx="240">
                  <c:v>2019-08</c:v>
                </c:pt>
                <c:pt idx="241">
                  <c:v>2019-08</c:v>
                </c:pt>
                <c:pt idx="242">
                  <c:v>2019-08</c:v>
                </c:pt>
                <c:pt idx="243">
                  <c:v>2019-08</c:v>
                </c:pt>
                <c:pt idx="244">
                  <c:v>2019-09</c:v>
                </c:pt>
                <c:pt idx="245">
                  <c:v>2019-09</c:v>
                </c:pt>
                <c:pt idx="246">
                  <c:v>2019-09</c:v>
                </c:pt>
                <c:pt idx="247">
                  <c:v>2019-09</c:v>
                </c:pt>
                <c:pt idx="248">
                  <c:v>2019-10</c:v>
                </c:pt>
                <c:pt idx="249">
                  <c:v>2019-10</c:v>
                </c:pt>
                <c:pt idx="250">
                  <c:v>2019-10</c:v>
                </c:pt>
                <c:pt idx="251">
                  <c:v>2019-10</c:v>
                </c:pt>
                <c:pt idx="252">
                  <c:v>2019-10</c:v>
                </c:pt>
                <c:pt idx="253">
                  <c:v>2019-11</c:v>
                </c:pt>
                <c:pt idx="254">
                  <c:v>2019-11</c:v>
                </c:pt>
                <c:pt idx="255">
                  <c:v>2019-11</c:v>
                </c:pt>
                <c:pt idx="256">
                  <c:v>2019-11</c:v>
                </c:pt>
                <c:pt idx="257">
                  <c:v>2019-12</c:v>
                </c:pt>
                <c:pt idx="258">
                  <c:v>2019-12</c:v>
                </c:pt>
                <c:pt idx="259">
                  <c:v>2019-12</c:v>
                </c:pt>
                <c:pt idx="260">
                  <c:v>2019-12</c:v>
                </c:pt>
                <c:pt idx="261">
                  <c:v>2020-01</c:v>
                </c:pt>
                <c:pt idx="262">
                  <c:v>2020-01</c:v>
                </c:pt>
                <c:pt idx="263">
                  <c:v>2020-01</c:v>
                </c:pt>
                <c:pt idx="264">
                  <c:v>2020-01</c:v>
                </c:pt>
                <c:pt idx="265">
                  <c:v>2020-01</c:v>
                </c:pt>
                <c:pt idx="266">
                  <c:v>2020-02</c:v>
                </c:pt>
                <c:pt idx="267">
                  <c:v>2020-02</c:v>
                </c:pt>
                <c:pt idx="268">
                  <c:v>2020-02</c:v>
                </c:pt>
                <c:pt idx="269">
                  <c:v>2020-02</c:v>
                </c:pt>
                <c:pt idx="270">
                  <c:v>2020-03</c:v>
                </c:pt>
                <c:pt idx="271">
                  <c:v>2020-03</c:v>
                </c:pt>
                <c:pt idx="272">
                  <c:v>2020-03</c:v>
                </c:pt>
                <c:pt idx="273">
                  <c:v>2020-03</c:v>
                </c:pt>
                <c:pt idx="274">
                  <c:v>2020-04</c:v>
                </c:pt>
                <c:pt idx="275">
                  <c:v>2020-04</c:v>
                </c:pt>
                <c:pt idx="276">
                  <c:v>2020-04</c:v>
                </c:pt>
                <c:pt idx="277">
                  <c:v>2020-04</c:v>
                </c:pt>
                <c:pt idx="278">
                  <c:v>2020-04</c:v>
                </c:pt>
                <c:pt idx="279">
                  <c:v>2020-05</c:v>
                </c:pt>
                <c:pt idx="280">
                  <c:v>2020-05</c:v>
                </c:pt>
                <c:pt idx="281">
                  <c:v>2020-05</c:v>
                </c:pt>
                <c:pt idx="282">
                  <c:v>2020-05</c:v>
                </c:pt>
                <c:pt idx="283">
                  <c:v>2020-06</c:v>
                </c:pt>
                <c:pt idx="284">
                  <c:v>2020-06</c:v>
                </c:pt>
                <c:pt idx="285">
                  <c:v>2020-06</c:v>
                </c:pt>
                <c:pt idx="286">
                  <c:v>2020-06</c:v>
                </c:pt>
                <c:pt idx="287">
                  <c:v>2020-07</c:v>
                </c:pt>
                <c:pt idx="288">
                  <c:v>2020-07</c:v>
                </c:pt>
                <c:pt idx="289">
                  <c:v>2020-07</c:v>
                </c:pt>
                <c:pt idx="290">
                  <c:v>2020-07</c:v>
                </c:pt>
                <c:pt idx="291">
                  <c:v>2020-07</c:v>
                </c:pt>
                <c:pt idx="292">
                  <c:v>2020-08</c:v>
                </c:pt>
                <c:pt idx="293">
                  <c:v>2020-08</c:v>
                </c:pt>
                <c:pt idx="294">
                  <c:v>2020-08</c:v>
                </c:pt>
                <c:pt idx="295">
                  <c:v>2020-08</c:v>
                </c:pt>
                <c:pt idx="296">
                  <c:v>2020-09</c:v>
                </c:pt>
                <c:pt idx="297">
                  <c:v>2020-09</c:v>
                </c:pt>
                <c:pt idx="298">
                  <c:v>2020-09</c:v>
                </c:pt>
                <c:pt idx="299">
                  <c:v>2020-09</c:v>
                </c:pt>
                <c:pt idx="300">
                  <c:v>2020-10</c:v>
                </c:pt>
                <c:pt idx="301">
                  <c:v>2020-10</c:v>
                </c:pt>
                <c:pt idx="302">
                  <c:v>2020-10</c:v>
                </c:pt>
                <c:pt idx="303">
                  <c:v>2020-10</c:v>
                </c:pt>
                <c:pt idx="304">
                  <c:v>2020-10</c:v>
                </c:pt>
                <c:pt idx="305">
                  <c:v>2020-11</c:v>
                </c:pt>
                <c:pt idx="306">
                  <c:v>2020-11</c:v>
                </c:pt>
                <c:pt idx="307">
                  <c:v>2020-11</c:v>
                </c:pt>
                <c:pt idx="308">
                  <c:v>2020-11</c:v>
                </c:pt>
                <c:pt idx="309">
                  <c:v>2020-12</c:v>
                </c:pt>
                <c:pt idx="310">
                  <c:v>2020-12</c:v>
                </c:pt>
                <c:pt idx="311">
                  <c:v>2020-12</c:v>
                </c:pt>
                <c:pt idx="312">
                  <c:v>2020-12</c:v>
                </c:pt>
                <c:pt idx="313">
                  <c:v>2020-12</c:v>
                </c:pt>
                <c:pt idx="314">
                  <c:v>2021-01</c:v>
                </c:pt>
                <c:pt idx="315">
                  <c:v>2021-01</c:v>
                </c:pt>
                <c:pt idx="316">
                  <c:v>2021-01</c:v>
                </c:pt>
                <c:pt idx="317">
                  <c:v>2021-01</c:v>
                </c:pt>
                <c:pt idx="318">
                  <c:v>2021-02</c:v>
                </c:pt>
                <c:pt idx="319">
                  <c:v>2021-02</c:v>
                </c:pt>
                <c:pt idx="320">
                  <c:v>2021-02</c:v>
                </c:pt>
                <c:pt idx="321">
                  <c:v>2021-02</c:v>
                </c:pt>
                <c:pt idx="322">
                  <c:v>2021-03</c:v>
                </c:pt>
                <c:pt idx="323">
                  <c:v>2021-03</c:v>
                </c:pt>
                <c:pt idx="324">
                  <c:v>2021-03</c:v>
                </c:pt>
                <c:pt idx="325">
                  <c:v>2021-03</c:v>
                </c:pt>
                <c:pt idx="326">
                  <c:v>2021-04</c:v>
                </c:pt>
                <c:pt idx="327">
                  <c:v>2021-04</c:v>
                </c:pt>
                <c:pt idx="328">
                  <c:v>2021-04</c:v>
                </c:pt>
                <c:pt idx="329">
                  <c:v>2021-04</c:v>
                </c:pt>
                <c:pt idx="330">
                  <c:v>2021-04</c:v>
                </c:pt>
                <c:pt idx="331">
                  <c:v>2021-05</c:v>
                </c:pt>
                <c:pt idx="332">
                  <c:v>2021-05</c:v>
                </c:pt>
                <c:pt idx="333">
                  <c:v>2021-05</c:v>
                </c:pt>
                <c:pt idx="334">
                  <c:v>2021-05</c:v>
                </c:pt>
                <c:pt idx="335">
                  <c:v>2021-06</c:v>
                </c:pt>
                <c:pt idx="336">
                  <c:v>2021-06</c:v>
                </c:pt>
                <c:pt idx="337">
                  <c:v>2021-06</c:v>
                </c:pt>
                <c:pt idx="338">
                  <c:v>2021-06</c:v>
                </c:pt>
                <c:pt idx="339">
                  <c:v>2021-07</c:v>
                </c:pt>
                <c:pt idx="340">
                  <c:v>2021-07</c:v>
                </c:pt>
                <c:pt idx="341">
                  <c:v>2021-07</c:v>
                </c:pt>
                <c:pt idx="342">
                  <c:v>2021-07</c:v>
                </c:pt>
                <c:pt idx="343">
                  <c:v>2021-07</c:v>
                </c:pt>
                <c:pt idx="344">
                  <c:v>2021-08</c:v>
                </c:pt>
                <c:pt idx="345">
                  <c:v>2021-08</c:v>
                </c:pt>
                <c:pt idx="346">
                  <c:v>2021-08</c:v>
                </c:pt>
                <c:pt idx="347">
                  <c:v>2021-08</c:v>
                </c:pt>
                <c:pt idx="348">
                  <c:v>2021-09</c:v>
                </c:pt>
                <c:pt idx="349">
                  <c:v>2021-09</c:v>
                </c:pt>
                <c:pt idx="350">
                  <c:v>2021-09</c:v>
                </c:pt>
                <c:pt idx="351">
                  <c:v>2021-09</c:v>
                </c:pt>
                <c:pt idx="352">
                  <c:v>2021-09</c:v>
                </c:pt>
                <c:pt idx="353">
                  <c:v>2021-10</c:v>
                </c:pt>
                <c:pt idx="354">
                  <c:v>2021-10</c:v>
                </c:pt>
                <c:pt idx="355">
                  <c:v>2021-10</c:v>
                </c:pt>
                <c:pt idx="356">
                  <c:v>2021-10</c:v>
                </c:pt>
                <c:pt idx="357">
                  <c:v>2021-11</c:v>
                </c:pt>
                <c:pt idx="358">
                  <c:v>2021-11</c:v>
                </c:pt>
                <c:pt idx="359">
                  <c:v>2021-11</c:v>
                </c:pt>
                <c:pt idx="360">
                  <c:v>2021-11</c:v>
                </c:pt>
                <c:pt idx="361">
                  <c:v>2021-12</c:v>
                </c:pt>
                <c:pt idx="362">
                  <c:v>2021-12</c:v>
                </c:pt>
                <c:pt idx="363">
                  <c:v>2021-12</c:v>
                </c:pt>
                <c:pt idx="364">
                  <c:v>2021-12</c:v>
                </c:pt>
                <c:pt idx="365">
                  <c:v>2021-12</c:v>
                </c:pt>
                <c:pt idx="366">
                  <c:v>2022-01</c:v>
                </c:pt>
                <c:pt idx="367">
                  <c:v>2022-01</c:v>
                </c:pt>
                <c:pt idx="368">
                  <c:v>2022-01</c:v>
                </c:pt>
                <c:pt idx="369">
                  <c:v>2022-01</c:v>
                </c:pt>
                <c:pt idx="370">
                  <c:v>2022-02</c:v>
                </c:pt>
                <c:pt idx="371">
                  <c:v>2022-02</c:v>
                </c:pt>
                <c:pt idx="372">
                  <c:v>2022-02</c:v>
                </c:pt>
                <c:pt idx="373">
                  <c:v>2022-02</c:v>
                </c:pt>
                <c:pt idx="374">
                  <c:v>2022-03</c:v>
                </c:pt>
                <c:pt idx="375">
                  <c:v>2022-03</c:v>
                </c:pt>
                <c:pt idx="376">
                  <c:v>2022-03</c:v>
                </c:pt>
                <c:pt idx="377">
                  <c:v>2022-03</c:v>
                </c:pt>
                <c:pt idx="378">
                  <c:v>2022-03</c:v>
                </c:pt>
                <c:pt idx="379">
                  <c:v>2022-04</c:v>
                </c:pt>
                <c:pt idx="380">
                  <c:v>2022-04</c:v>
                </c:pt>
                <c:pt idx="381">
                  <c:v>2022-04</c:v>
                </c:pt>
                <c:pt idx="382">
                  <c:v>2022-04</c:v>
                </c:pt>
                <c:pt idx="383">
                  <c:v>2022-05</c:v>
                </c:pt>
                <c:pt idx="384">
                  <c:v>2022-05</c:v>
                </c:pt>
                <c:pt idx="385">
                  <c:v>2022-05</c:v>
                </c:pt>
                <c:pt idx="386">
                  <c:v>2022-05</c:v>
                </c:pt>
                <c:pt idx="387">
                  <c:v>2022-06</c:v>
                </c:pt>
                <c:pt idx="388">
                  <c:v>2022-06</c:v>
                </c:pt>
                <c:pt idx="389">
                  <c:v>2022-06</c:v>
                </c:pt>
                <c:pt idx="390">
                  <c:v>2022-06</c:v>
                </c:pt>
                <c:pt idx="391">
                  <c:v>2022-06</c:v>
                </c:pt>
                <c:pt idx="392">
                  <c:v>2022-07</c:v>
                </c:pt>
                <c:pt idx="393">
                  <c:v>2022-07</c:v>
                </c:pt>
                <c:pt idx="394">
                  <c:v>2022-07</c:v>
                </c:pt>
                <c:pt idx="395">
                  <c:v>2022-07</c:v>
                </c:pt>
                <c:pt idx="396">
                  <c:v>2022-08</c:v>
                </c:pt>
                <c:pt idx="397">
                  <c:v>2022-08</c:v>
                </c:pt>
                <c:pt idx="398">
                  <c:v>2022-08</c:v>
                </c:pt>
                <c:pt idx="399">
                  <c:v>2022-08</c:v>
                </c:pt>
                <c:pt idx="400">
                  <c:v>2022-09</c:v>
                </c:pt>
                <c:pt idx="401">
                  <c:v>2022-09</c:v>
                </c:pt>
                <c:pt idx="402">
                  <c:v>2022-09</c:v>
                </c:pt>
                <c:pt idx="403">
                  <c:v>2022-09</c:v>
                </c:pt>
                <c:pt idx="404">
                  <c:v>2022-09</c:v>
                </c:pt>
                <c:pt idx="405">
                  <c:v>2022-10</c:v>
                </c:pt>
                <c:pt idx="406">
                  <c:v>2022-10</c:v>
                </c:pt>
                <c:pt idx="407">
                  <c:v>2022-10</c:v>
                </c:pt>
                <c:pt idx="408">
                  <c:v>2022-10</c:v>
                </c:pt>
                <c:pt idx="409">
                  <c:v>2022-11</c:v>
                </c:pt>
                <c:pt idx="410">
                  <c:v>2022-11</c:v>
                </c:pt>
                <c:pt idx="411">
                  <c:v>2022-11</c:v>
                </c:pt>
                <c:pt idx="412">
                  <c:v>2022-11</c:v>
                </c:pt>
                <c:pt idx="413">
                  <c:v>2022-12</c:v>
                </c:pt>
                <c:pt idx="414">
                  <c:v>2022-12</c:v>
                </c:pt>
                <c:pt idx="415">
                  <c:v>2022-12</c:v>
                </c:pt>
                <c:pt idx="416">
                  <c:v>2022-12</c:v>
                </c:pt>
                <c:pt idx="417">
                  <c:v>2022-12</c:v>
                </c:pt>
                <c:pt idx="418">
                  <c:v>2023-01</c:v>
                </c:pt>
                <c:pt idx="419">
                  <c:v>2023-01</c:v>
                </c:pt>
                <c:pt idx="420">
                  <c:v>2023-01</c:v>
                </c:pt>
                <c:pt idx="421">
                  <c:v>2023-01</c:v>
                </c:pt>
                <c:pt idx="422">
                  <c:v>2023-02</c:v>
                </c:pt>
                <c:pt idx="423">
                  <c:v>2023-02</c:v>
                </c:pt>
                <c:pt idx="424">
                  <c:v>2023-02</c:v>
                </c:pt>
                <c:pt idx="425">
                  <c:v>2023-02</c:v>
                </c:pt>
                <c:pt idx="426">
                  <c:v>2023-03</c:v>
                </c:pt>
                <c:pt idx="427">
                  <c:v>2023-03</c:v>
                </c:pt>
                <c:pt idx="428">
                  <c:v>2023-03</c:v>
                </c:pt>
                <c:pt idx="429">
                  <c:v>2023-03</c:v>
                </c:pt>
                <c:pt idx="430">
                  <c:v>2023-03</c:v>
                </c:pt>
                <c:pt idx="431">
                  <c:v>2023-04</c:v>
                </c:pt>
                <c:pt idx="432">
                  <c:v>2023-04</c:v>
                </c:pt>
                <c:pt idx="433">
                  <c:v>2023-04</c:v>
                </c:pt>
                <c:pt idx="434">
                  <c:v>2023-04</c:v>
                </c:pt>
                <c:pt idx="435">
                  <c:v>2023-05</c:v>
                </c:pt>
                <c:pt idx="436">
                  <c:v>2023-05</c:v>
                </c:pt>
                <c:pt idx="437">
                  <c:v>2023-05</c:v>
                </c:pt>
                <c:pt idx="438">
                  <c:v>2023-05</c:v>
                </c:pt>
                <c:pt idx="439">
                  <c:v>2023-06</c:v>
                </c:pt>
                <c:pt idx="440">
                  <c:v>2023-06</c:v>
                </c:pt>
                <c:pt idx="441">
                  <c:v>2023-06</c:v>
                </c:pt>
                <c:pt idx="442">
                  <c:v>2023-06</c:v>
                </c:pt>
                <c:pt idx="443">
                  <c:v>2023-06</c:v>
                </c:pt>
                <c:pt idx="444">
                  <c:v>2023-07</c:v>
                </c:pt>
                <c:pt idx="445">
                  <c:v>2023-07</c:v>
                </c:pt>
                <c:pt idx="446">
                  <c:v>2023-07</c:v>
                </c:pt>
                <c:pt idx="447">
                  <c:v>2023-07</c:v>
                </c:pt>
                <c:pt idx="448">
                  <c:v>2023-08</c:v>
                </c:pt>
                <c:pt idx="449">
                  <c:v>2023-08</c:v>
                </c:pt>
                <c:pt idx="450">
                  <c:v>2023-08</c:v>
                </c:pt>
                <c:pt idx="451">
                  <c:v>2023-08</c:v>
                </c:pt>
                <c:pt idx="452">
                  <c:v>2023-08</c:v>
                </c:pt>
                <c:pt idx="453">
                  <c:v>2023-09</c:v>
                </c:pt>
                <c:pt idx="454">
                  <c:v>2023-09</c:v>
                </c:pt>
                <c:pt idx="455">
                  <c:v>2023-09</c:v>
                </c:pt>
                <c:pt idx="456">
                  <c:v>2023-09</c:v>
                </c:pt>
                <c:pt idx="457">
                  <c:v>2023-10</c:v>
                </c:pt>
                <c:pt idx="458">
                  <c:v>2023-10</c:v>
                </c:pt>
                <c:pt idx="459">
                  <c:v>2023-10</c:v>
                </c:pt>
                <c:pt idx="460">
                  <c:v>2023-10</c:v>
                </c:pt>
                <c:pt idx="461">
                  <c:v>2023-11</c:v>
                </c:pt>
                <c:pt idx="462">
                  <c:v>2023-11</c:v>
                </c:pt>
                <c:pt idx="463">
                  <c:v>2023-11</c:v>
                </c:pt>
                <c:pt idx="464">
                  <c:v>2023-11</c:v>
                </c:pt>
                <c:pt idx="465">
                  <c:v>2023-11</c:v>
                </c:pt>
                <c:pt idx="466">
                  <c:v>2023-12</c:v>
                </c:pt>
                <c:pt idx="467">
                  <c:v>2023-12</c:v>
                </c:pt>
                <c:pt idx="468">
                  <c:v>2023-12</c:v>
                </c:pt>
                <c:pt idx="469">
                  <c:v>2023-12</c:v>
                </c:pt>
                <c:pt idx="470">
                  <c:v>2024-01</c:v>
                </c:pt>
                <c:pt idx="471">
                  <c:v>2024-01</c:v>
                </c:pt>
                <c:pt idx="472">
                  <c:v>2024-01</c:v>
                </c:pt>
                <c:pt idx="473">
                  <c:v>2024-01</c:v>
                </c:pt>
                <c:pt idx="474">
                  <c:v>2024-02</c:v>
                </c:pt>
                <c:pt idx="475">
                  <c:v>2024-02</c:v>
                </c:pt>
                <c:pt idx="476">
                  <c:v>2024-02</c:v>
                </c:pt>
                <c:pt idx="477">
                  <c:v>2024-02</c:v>
                </c:pt>
                <c:pt idx="478">
                  <c:v>2024-02</c:v>
                </c:pt>
                <c:pt idx="479">
                  <c:v>2024-03</c:v>
                </c:pt>
                <c:pt idx="480">
                  <c:v>2024-03</c:v>
                </c:pt>
                <c:pt idx="481">
                  <c:v>2024-03</c:v>
                </c:pt>
                <c:pt idx="482">
                  <c:v>2024-03</c:v>
                </c:pt>
                <c:pt idx="483">
                  <c:v>2024-04</c:v>
                </c:pt>
                <c:pt idx="484">
                  <c:v>2024-04</c:v>
                </c:pt>
                <c:pt idx="485">
                  <c:v>2024-04</c:v>
                </c:pt>
                <c:pt idx="486">
                  <c:v>2024-04</c:v>
                </c:pt>
                <c:pt idx="487">
                  <c:v>2024-05</c:v>
                </c:pt>
                <c:pt idx="488">
                  <c:v>2024-05</c:v>
                </c:pt>
                <c:pt idx="489">
                  <c:v>2024-05</c:v>
                </c:pt>
                <c:pt idx="490">
                  <c:v>2024-05</c:v>
                </c:pt>
                <c:pt idx="491">
                  <c:v>2024-05</c:v>
                </c:pt>
                <c:pt idx="492">
                  <c:v>2024-06</c:v>
                </c:pt>
                <c:pt idx="493">
                  <c:v>2024-06</c:v>
                </c:pt>
                <c:pt idx="494">
                  <c:v>2024-06</c:v>
                </c:pt>
                <c:pt idx="495">
                  <c:v>2024-06</c:v>
                </c:pt>
                <c:pt idx="496">
                  <c:v>2024-07</c:v>
                </c:pt>
                <c:pt idx="497">
                  <c:v>2024-07</c:v>
                </c:pt>
                <c:pt idx="498">
                  <c:v>2024-07</c:v>
                </c:pt>
                <c:pt idx="499">
                  <c:v>2024-07</c:v>
                </c:pt>
                <c:pt idx="500">
                  <c:v>2024-08</c:v>
                </c:pt>
                <c:pt idx="501">
                  <c:v>2024-08</c:v>
                </c:pt>
                <c:pt idx="502">
                  <c:v>2024-08</c:v>
                </c:pt>
                <c:pt idx="503">
                  <c:v>2024-08</c:v>
                </c:pt>
                <c:pt idx="504">
                  <c:v>2024-08</c:v>
                </c:pt>
                <c:pt idx="505">
                  <c:v>2024-09</c:v>
                </c:pt>
                <c:pt idx="506">
                  <c:v>2024-09</c:v>
                </c:pt>
                <c:pt idx="507">
                  <c:v>2024-09</c:v>
                </c:pt>
                <c:pt idx="508">
                  <c:v>2024-09</c:v>
                </c:pt>
                <c:pt idx="509">
                  <c:v>2024-10</c:v>
                </c:pt>
                <c:pt idx="510">
                  <c:v>2024-10</c:v>
                </c:pt>
                <c:pt idx="511">
                  <c:v>2024-10</c:v>
                </c:pt>
                <c:pt idx="512">
                  <c:v>2024-10</c:v>
                </c:pt>
                <c:pt idx="513">
                  <c:v>2024-10</c:v>
                </c:pt>
                <c:pt idx="514">
                  <c:v>2024-11</c:v>
                </c:pt>
                <c:pt idx="515">
                  <c:v>2024-11</c:v>
                </c:pt>
                <c:pt idx="516">
                  <c:v>2024-11</c:v>
                </c:pt>
                <c:pt idx="517">
                  <c:v>2024-11</c:v>
                </c:pt>
                <c:pt idx="518">
                  <c:v>2024-12</c:v>
                </c:pt>
                <c:pt idx="519">
                  <c:v>2024-12</c:v>
                </c:pt>
                <c:pt idx="520">
                  <c:v>2024-12</c:v>
                </c:pt>
                <c:pt idx="521">
                  <c:v>2024-12</c:v>
                </c:pt>
                <c:pt idx="522">
                  <c:v>2025-01</c:v>
                </c:pt>
                <c:pt idx="523">
                  <c:v>2025-01</c:v>
                </c:pt>
                <c:pt idx="524">
                  <c:v>2025-01</c:v>
                </c:pt>
                <c:pt idx="525">
                  <c:v>2025-01</c:v>
                </c:pt>
                <c:pt idx="526">
                  <c:v>2025-01</c:v>
                </c:pt>
                <c:pt idx="527">
                  <c:v>2025-02</c:v>
                </c:pt>
                <c:pt idx="528">
                  <c:v>2025-02</c:v>
                </c:pt>
                <c:pt idx="529">
                  <c:v>2025-02</c:v>
                </c:pt>
                <c:pt idx="530">
                  <c:v>2025-02</c:v>
                </c:pt>
                <c:pt idx="531">
                  <c:v>2025-03</c:v>
                </c:pt>
                <c:pt idx="532">
                  <c:v>2025-03</c:v>
                </c:pt>
                <c:pt idx="533">
                  <c:v>2025-03</c:v>
                </c:pt>
                <c:pt idx="534">
                  <c:v>2025-03</c:v>
                </c:pt>
                <c:pt idx="535">
                  <c:v>2025-04</c:v>
                </c:pt>
                <c:pt idx="536">
                  <c:v>2025-04</c:v>
                </c:pt>
                <c:pt idx="537">
                  <c:v>2025-04</c:v>
                </c:pt>
                <c:pt idx="538">
                  <c:v>2025-04</c:v>
                </c:pt>
                <c:pt idx="539">
                  <c:v>2025-05</c:v>
                </c:pt>
                <c:pt idx="540">
                  <c:v>2025-05</c:v>
                </c:pt>
                <c:pt idx="541">
                  <c:v>2025-05</c:v>
                </c:pt>
                <c:pt idx="542">
                  <c:v>2025-05</c:v>
                </c:pt>
                <c:pt idx="543">
                  <c:v>2025-05</c:v>
                </c:pt>
                <c:pt idx="544">
                  <c:v>2025-06</c:v>
                </c:pt>
                <c:pt idx="545">
                  <c:v>2025-06</c:v>
                </c:pt>
                <c:pt idx="546">
                  <c:v>2025-06</c:v>
                </c:pt>
                <c:pt idx="547">
                  <c:v>2025-06</c:v>
                </c:pt>
                <c:pt idx="548">
                  <c:v>2025-07</c:v>
                </c:pt>
                <c:pt idx="549">
                  <c:v>2025-07</c:v>
                </c:pt>
                <c:pt idx="550">
                  <c:v>2025-07</c:v>
                </c:pt>
                <c:pt idx="551">
                  <c:v>2025-07</c:v>
                </c:pt>
                <c:pt idx="552">
                  <c:v>2025-07</c:v>
                </c:pt>
                <c:pt idx="553">
                  <c:v>2025-08</c:v>
                </c:pt>
                <c:pt idx="554">
                  <c:v>2025-08</c:v>
                </c:pt>
                <c:pt idx="555">
                  <c:v>2025-08</c:v>
                </c:pt>
                <c:pt idx="556">
                  <c:v>2025-08</c:v>
                </c:pt>
                <c:pt idx="557">
                  <c:v>2025-09</c:v>
                </c:pt>
                <c:pt idx="558">
                  <c:v>2025-09</c:v>
                </c:pt>
                <c:pt idx="559">
                  <c:v>2025-09</c:v>
                </c:pt>
                <c:pt idx="560">
                  <c:v>2025-09</c:v>
                </c:pt>
                <c:pt idx="561">
                  <c:v>2025-10</c:v>
                </c:pt>
                <c:pt idx="562">
                  <c:v>2025-10</c:v>
                </c:pt>
                <c:pt idx="563">
                  <c:v>2025-10</c:v>
                </c:pt>
                <c:pt idx="564">
                  <c:v>2025-10</c:v>
                </c:pt>
                <c:pt idx="565">
                  <c:v>2025-10</c:v>
                </c:pt>
                <c:pt idx="566">
                  <c:v>2025-11</c:v>
                </c:pt>
                <c:pt idx="567">
                  <c:v>2025-11</c:v>
                </c:pt>
                <c:pt idx="568">
                  <c:v>2025-11</c:v>
                </c:pt>
                <c:pt idx="569">
                  <c:v>2025-11</c:v>
                </c:pt>
                <c:pt idx="570">
                  <c:v>2025-12</c:v>
                </c:pt>
                <c:pt idx="571">
                  <c:v>2025-12</c:v>
                </c:pt>
                <c:pt idx="572">
                  <c:v>2025-12</c:v>
                </c:pt>
                <c:pt idx="573">
                  <c:v>2025-12</c:v>
                </c:pt>
              </c:strCache>
            </c:strRef>
          </c:cat>
          <c:val>
            <c:numRef>
              <c:f>Sheet1!$C$2:$C$575</c:f>
              <c:numCache>
                <c:formatCode>General</c:formatCode>
                <c:ptCount val="574"/>
                <c:pt idx="0">
                  <c:v>0</c:v>
                </c:pt>
                <c:pt idx="1">
                  <c:v>-9.0580355098784926E-3</c:v>
                </c:pt>
                <c:pt idx="2">
                  <c:v>-0.10313535999790968</c:v>
                </c:pt>
                <c:pt idx="3">
                  <c:v>0</c:v>
                </c:pt>
                <c:pt idx="4">
                  <c:v>-6.9738328729293864E-2</c:v>
                </c:pt>
                <c:pt idx="5">
                  <c:v>0</c:v>
                </c:pt>
                <c:pt idx="6">
                  <c:v>-4.2270430580156559E-2</c:v>
                </c:pt>
                <c:pt idx="7">
                  <c:v>-2.750978315954189E-2</c:v>
                </c:pt>
                <c:pt idx="8">
                  <c:v>-4.9409863674937382E-3</c:v>
                </c:pt>
                <c:pt idx="9">
                  <c:v>-4.4934012452582772E-2</c:v>
                </c:pt>
                <c:pt idx="10">
                  <c:v>-0.11597502545562177</c:v>
                </c:pt>
                <c:pt idx="11">
                  <c:v>-0.11343582217827042</c:v>
                </c:pt>
                <c:pt idx="12">
                  <c:v>-9.3613218930291398E-2</c:v>
                </c:pt>
                <c:pt idx="13">
                  <c:v>-7.8082822041254163E-2</c:v>
                </c:pt>
                <c:pt idx="14">
                  <c:v>-7.3779395375451307E-2</c:v>
                </c:pt>
                <c:pt idx="15">
                  <c:v>-8.9488509708022579E-2</c:v>
                </c:pt>
                <c:pt idx="16">
                  <c:v>-7.8162135504843633E-2</c:v>
                </c:pt>
                <c:pt idx="17">
                  <c:v>-8.7569619457659176E-3</c:v>
                </c:pt>
                <c:pt idx="18">
                  <c:v>-2.1990878812109038E-2</c:v>
                </c:pt>
                <c:pt idx="19">
                  <c:v>-2.0604141228571238E-2</c:v>
                </c:pt>
                <c:pt idx="20">
                  <c:v>-7.2768283740826223E-2</c:v>
                </c:pt>
                <c:pt idx="21">
                  <c:v>-8.7144532195751023E-2</c:v>
                </c:pt>
                <c:pt idx="22">
                  <c:v>-7.6109871325269141E-2</c:v>
                </c:pt>
                <c:pt idx="23">
                  <c:v>-0.10335852704084258</c:v>
                </c:pt>
                <c:pt idx="24">
                  <c:v>-0.1059096264265168</c:v>
                </c:pt>
                <c:pt idx="25">
                  <c:v>-0.13519494783189545</c:v>
                </c:pt>
                <c:pt idx="26">
                  <c:v>-0.1637391657954731</c:v>
                </c:pt>
                <c:pt idx="27">
                  <c:v>-0.19594544058944663</c:v>
                </c:pt>
                <c:pt idx="28">
                  <c:v>-0.21733911051315591</c:v>
                </c:pt>
                <c:pt idx="29">
                  <c:v>-0.341625011571833</c:v>
                </c:pt>
                <c:pt idx="30">
                  <c:v>-0.35784996764999666</c:v>
                </c:pt>
                <c:pt idx="31">
                  <c:v>-0.34792545992611745</c:v>
                </c:pt>
                <c:pt idx="32">
                  <c:v>-0.32621876271965466</c:v>
                </c:pt>
                <c:pt idx="33">
                  <c:v>-0.33983113605917459</c:v>
                </c:pt>
                <c:pt idx="34">
                  <c:v>-0.39490980390498165</c:v>
                </c:pt>
                <c:pt idx="35">
                  <c:v>-0.41456399419592949</c:v>
                </c:pt>
                <c:pt idx="36">
                  <c:v>-0.40538187226754796</c:v>
                </c:pt>
                <c:pt idx="37">
                  <c:v>-0.38064530022613952</c:v>
                </c:pt>
                <c:pt idx="38">
                  <c:v>-0.43335449291143602</c:v>
                </c:pt>
                <c:pt idx="39">
                  <c:v>-0.46922017160390106</c:v>
                </c:pt>
                <c:pt idx="40">
                  <c:v>-0.30711693359109149</c:v>
                </c:pt>
                <c:pt idx="41">
                  <c:v>-0.2939352705340067</c:v>
                </c:pt>
                <c:pt idx="42">
                  <c:v>-0.30486760831466675</c:v>
                </c:pt>
                <c:pt idx="43">
                  <c:v>-0.35151765673422286</c:v>
                </c:pt>
                <c:pt idx="44">
                  <c:v>-0.37458704268086418</c:v>
                </c:pt>
                <c:pt idx="45">
                  <c:v>-0.42684895582626747</c:v>
                </c:pt>
                <c:pt idx="46">
                  <c:v>-0.41528512452946631</c:v>
                </c:pt>
                <c:pt idx="47">
                  <c:v>-0.42119147243375843</c:v>
                </c:pt>
                <c:pt idx="48">
                  <c:v>-0.41940256172595869</c:v>
                </c:pt>
                <c:pt idx="49">
                  <c:v>-0.42454574847486382</c:v>
                </c:pt>
                <c:pt idx="50">
                  <c:v>-0.47754922572604441</c:v>
                </c:pt>
                <c:pt idx="51">
                  <c:v>-0.37757664370097999</c:v>
                </c:pt>
                <c:pt idx="52">
                  <c:v>-0.4191148847973839</c:v>
                </c:pt>
                <c:pt idx="53">
                  <c:v>-0.41774803788044856</c:v>
                </c:pt>
                <c:pt idx="54">
                  <c:v>-0.4849133191980618</c:v>
                </c:pt>
                <c:pt idx="55">
                  <c:v>-0.48877075807420711</c:v>
                </c:pt>
                <c:pt idx="56">
                  <c:v>-0.47577962294249232</c:v>
                </c:pt>
                <c:pt idx="57">
                  <c:v>-0.35680001601843414</c:v>
                </c:pt>
                <c:pt idx="58">
                  <c:v>-0.35986342322371734</c:v>
                </c:pt>
                <c:pt idx="59">
                  <c:v>-0.2309881229028693</c:v>
                </c:pt>
                <c:pt idx="60">
                  <c:v>-0.22819694107311994</c:v>
                </c:pt>
                <c:pt idx="61">
                  <c:v>-0.13772989677356895</c:v>
                </c:pt>
                <c:pt idx="62">
                  <c:v>-9.7910508116176298E-2</c:v>
                </c:pt>
                <c:pt idx="63">
                  <c:v>-4.7938807671123462E-2</c:v>
                </c:pt>
                <c:pt idx="64">
                  <c:v>-0.12194979858615718</c:v>
                </c:pt>
                <c:pt idx="65">
                  <c:v>-0.11329288461070597</c:v>
                </c:pt>
                <c:pt idx="66">
                  <c:v>-0.13111134153930393</c:v>
                </c:pt>
                <c:pt idx="67">
                  <c:v>-3.637835097390596E-2</c:v>
                </c:pt>
                <c:pt idx="68">
                  <c:v>-3.4603777708412942E-3</c:v>
                </c:pt>
                <c:pt idx="69">
                  <c:v>0</c:v>
                </c:pt>
                <c:pt idx="70">
                  <c:v>-9.7789177163245644E-2</c:v>
                </c:pt>
                <c:pt idx="71">
                  <c:v>-0.11759846650104222</c:v>
                </c:pt>
                <c:pt idx="72">
                  <c:v>-0.11155527536797483</c:v>
                </c:pt>
                <c:pt idx="73">
                  <c:v>-0.12573777453728219</c:v>
                </c:pt>
                <c:pt idx="74">
                  <c:v>-0.13316748530119971</c:v>
                </c:pt>
                <c:pt idx="75">
                  <c:v>-4.0103604912180346E-2</c:v>
                </c:pt>
                <c:pt idx="76">
                  <c:v>-5.1681493491385844E-2</c:v>
                </c:pt>
                <c:pt idx="77">
                  <c:v>-3.1926448539563945E-2</c:v>
                </c:pt>
                <c:pt idx="78">
                  <c:v>0</c:v>
                </c:pt>
                <c:pt idx="79">
                  <c:v>-2.1574915969718722E-2</c:v>
                </c:pt>
                <c:pt idx="80">
                  <c:v>0</c:v>
                </c:pt>
                <c:pt idx="81">
                  <c:v>-2.1253001663537829E-2</c:v>
                </c:pt>
                <c:pt idx="82">
                  <c:v>0</c:v>
                </c:pt>
                <c:pt idx="83">
                  <c:v>-2.078488396258571E-3</c:v>
                </c:pt>
                <c:pt idx="84">
                  <c:v>-9.3194432776025904E-3</c:v>
                </c:pt>
                <c:pt idx="85">
                  <c:v>-3.0213234739296824E-2</c:v>
                </c:pt>
                <c:pt idx="86">
                  <c:v>-0.12352710225356589</c:v>
                </c:pt>
                <c:pt idx="87">
                  <c:v>-0.13187278563078053</c:v>
                </c:pt>
                <c:pt idx="88">
                  <c:v>-9.3809614668112884E-2</c:v>
                </c:pt>
                <c:pt idx="89">
                  <c:v>-0.12209626186103917</c:v>
                </c:pt>
                <c:pt idx="90">
                  <c:v>-7.7193487525572424E-2</c:v>
                </c:pt>
                <c:pt idx="91">
                  <c:v>-9.146756467661965E-2</c:v>
                </c:pt>
                <c:pt idx="92">
                  <c:v>-0.17886690686212026</c:v>
                </c:pt>
                <c:pt idx="93">
                  <c:v>-0.15481875816604695</c:v>
                </c:pt>
                <c:pt idx="94">
                  <c:v>-0.10879730628245177</c:v>
                </c:pt>
                <c:pt idx="95">
                  <c:v>-9.8466147079517619E-2</c:v>
                </c:pt>
                <c:pt idx="96">
                  <c:v>-5.8982591801808426E-2</c:v>
                </c:pt>
                <c:pt idx="97">
                  <c:v>-4.0051109440885635E-2</c:v>
                </c:pt>
                <c:pt idx="98">
                  <c:v>-5.5663977024354439E-2</c:v>
                </c:pt>
                <c:pt idx="99">
                  <c:v>-3.3977871999998355E-2</c:v>
                </c:pt>
                <c:pt idx="100">
                  <c:v>-5.3858795600501885E-2</c:v>
                </c:pt>
                <c:pt idx="101">
                  <c:v>-3.2679840507701896E-2</c:v>
                </c:pt>
                <c:pt idx="102">
                  <c:v>-0.10038355994507153</c:v>
                </c:pt>
                <c:pt idx="103">
                  <c:v>-0.1165929679362715</c:v>
                </c:pt>
                <c:pt idx="104">
                  <c:v>-5.9683830729277521E-2</c:v>
                </c:pt>
                <c:pt idx="105">
                  <c:v>-3.1198932331353291E-3</c:v>
                </c:pt>
                <c:pt idx="106">
                  <c:v>-5.3815155289838046E-4</c:v>
                </c:pt>
                <c:pt idx="107">
                  <c:v>-7.1920113361030324E-3</c:v>
                </c:pt>
                <c:pt idx="108">
                  <c:v>-2.7091269950922148E-2</c:v>
                </c:pt>
                <c:pt idx="109">
                  <c:v>0</c:v>
                </c:pt>
                <c:pt idx="110">
                  <c:v>-1.3879822237010786E-2</c:v>
                </c:pt>
                <c:pt idx="111">
                  <c:v>-3.5045297385773E-2</c:v>
                </c:pt>
                <c:pt idx="112">
                  <c:v>-7.7792471189435775E-2</c:v>
                </c:pt>
                <c:pt idx="113">
                  <c:v>-0.11038204941467322</c:v>
                </c:pt>
                <c:pt idx="114">
                  <c:v>-0.15023733364193348</c:v>
                </c:pt>
                <c:pt idx="115">
                  <c:v>-9.3438842469319439E-2</c:v>
                </c:pt>
                <c:pt idx="116">
                  <c:v>-0.10072576454701188</c:v>
                </c:pt>
                <c:pt idx="117">
                  <c:v>-9.7139585474036561E-2</c:v>
                </c:pt>
                <c:pt idx="118">
                  <c:v>-6.8852233495818371E-2</c:v>
                </c:pt>
                <c:pt idx="119">
                  <c:v>-7.3719025120002168E-2</c:v>
                </c:pt>
                <c:pt idx="120">
                  <c:v>-8.8741443529689046E-2</c:v>
                </c:pt>
                <c:pt idx="121">
                  <c:v>-0.14304749715399379</c:v>
                </c:pt>
                <c:pt idx="122">
                  <c:v>-0.17130263935762424</c:v>
                </c:pt>
                <c:pt idx="123">
                  <c:v>-0.12838208685144348</c:v>
                </c:pt>
                <c:pt idx="124">
                  <c:v>-0.11781826738692791</c:v>
                </c:pt>
                <c:pt idx="125">
                  <c:v>-0.10772746646527498</c:v>
                </c:pt>
                <c:pt idx="126">
                  <c:v>-0.12734424092667163</c:v>
                </c:pt>
                <c:pt idx="127">
                  <c:v>-9.8436422463910822E-2</c:v>
                </c:pt>
                <c:pt idx="128">
                  <c:v>-0.18110096668409659</c:v>
                </c:pt>
                <c:pt idx="129">
                  <c:v>-0.17297877787965033</c:v>
                </c:pt>
                <c:pt idx="130">
                  <c:v>-0.17116317734892772</c:v>
                </c:pt>
                <c:pt idx="131">
                  <c:v>-0.17883716066466726</c:v>
                </c:pt>
                <c:pt idx="132">
                  <c:v>-0.14904845506303055</c:v>
                </c:pt>
                <c:pt idx="133">
                  <c:v>-0.13615880928426927</c:v>
                </c:pt>
                <c:pt idx="134">
                  <c:v>-9.3858184948371171E-2</c:v>
                </c:pt>
                <c:pt idx="135">
                  <c:v>-8.366663790939155E-2</c:v>
                </c:pt>
                <c:pt idx="136">
                  <c:v>-6.8656283137265905E-2</c:v>
                </c:pt>
                <c:pt idx="137">
                  <c:v>-5.9758487751863654E-2</c:v>
                </c:pt>
                <c:pt idx="138">
                  <c:v>-3.7218961748117785E-2</c:v>
                </c:pt>
                <c:pt idx="139">
                  <c:v>-3.3183441812268955E-3</c:v>
                </c:pt>
                <c:pt idx="140">
                  <c:v>-2.1470964545720062E-2</c:v>
                </c:pt>
                <c:pt idx="141">
                  <c:v>-7.538838782454893E-2</c:v>
                </c:pt>
                <c:pt idx="142">
                  <c:v>-9.5306344028526335E-2</c:v>
                </c:pt>
                <c:pt idx="143">
                  <c:v>-9.2960774315790196E-2</c:v>
                </c:pt>
                <c:pt idx="144">
                  <c:v>-3.8119839780165643E-2</c:v>
                </c:pt>
                <c:pt idx="145">
                  <c:v>-3.143135839238953E-2</c:v>
                </c:pt>
                <c:pt idx="146">
                  <c:v>-4.5696303487843148E-2</c:v>
                </c:pt>
                <c:pt idx="147">
                  <c:v>-7.7466063514564087E-2</c:v>
                </c:pt>
                <c:pt idx="148">
                  <c:v>-6.9082225002431885E-2</c:v>
                </c:pt>
                <c:pt idx="149">
                  <c:v>-4.6524523090969661E-2</c:v>
                </c:pt>
                <c:pt idx="150">
                  <c:v>-7.9310268469432343E-2</c:v>
                </c:pt>
                <c:pt idx="151">
                  <c:v>-3.6915259942035039E-2</c:v>
                </c:pt>
                <c:pt idx="152">
                  <c:v>-0.10465338590586193</c:v>
                </c:pt>
                <c:pt idx="153">
                  <c:v>-0.14447128973923584</c:v>
                </c:pt>
                <c:pt idx="154">
                  <c:v>-0.10156061214459655</c:v>
                </c:pt>
                <c:pt idx="155">
                  <c:v>-4.6865189610378777E-2</c:v>
                </c:pt>
                <c:pt idx="156">
                  <c:v>-3.2776823766207386E-2</c:v>
                </c:pt>
                <c:pt idx="157">
                  <c:v>-1.355494042687011E-2</c:v>
                </c:pt>
                <c:pt idx="158">
                  <c:v>-4.0909132246461644E-3</c:v>
                </c:pt>
                <c:pt idx="159">
                  <c:v>-4.605576315243165E-2</c:v>
                </c:pt>
                <c:pt idx="160">
                  <c:v>-3.1769445212374459E-2</c:v>
                </c:pt>
                <c:pt idx="161">
                  <c:v>-4.9653732983510168E-2</c:v>
                </c:pt>
                <c:pt idx="162">
                  <c:v>-0.12515338754612448</c:v>
                </c:pt>
                <c:pt idx="163">
                  <c:v>-5.5717998079357067E-2</c:v>
                </c:pt>
                <c:pt idx="164">
                  <c:v>-8.940301065740075E-2</c:v>
                </c:pt>
                <c:pt idx="165">
                  <c:v>-0.11075222885414893</c:v>
                </c:pt>
                <c:pt idx="166">
                  <c:v>-0.1159274112347225</c:v>
                </c:pt>
                <c:pt idx="167">
                  <c:v>-7.3932595682939195E-2</c:v>
                </c:pt>
                <c:pt idx="168">
                  <c:v>-0.1072971463037673</c:v>
                </c:pt>
                <c:pt idx="169">
                  <c:v>-9.587745333008435E-2</c:v>
                </c:pt>
                <c:pt idx="170">
                  <c:v>-8.8840492176900931E-2</c:v>
                </c:pt>
                <c:pt idx="171">
                  <c:v>-0.11572736947813289</c:v>
                </c:pt>
                <c:pt idx="172">
                  <c:v>-8.0625873783759294E-2</c:v>
                </c:pt>
                <c:pt idx="173">
                  <c:v>-8.9927097822802504E-2</c:v>
                </c:pt>
                <c:pt idx="174">
                  <c:v>-7.1724527242025493E-2</c:v>
                </c:pt>
                <c:pt idx="175">
                  <c:v>-5.3952920155405426E-2</c:v>
                </c:pt>
                <c:pt idx="176">
                  <c:v>-4.8846911944889992E-2</c:v>
                </c:pt>
                <c:pt idx="177">
                  <c:v>-5.1479667196688172E-2</c:v>
                </c:pt>
                <c:pt idx="178">
                  <c:v>-6.6297456364847296E-2</c:v>
                </c:pt>
                <c:pt idx="179">
                  <c:v>-3.1223673180638012E-2</c:v>
                </c:pt>
                <c:pt idx="180">
                  <c:v>-2.5852187084406841E-2</c:v>
                </c:pt>
                <c:pt idx="181">
                  <c:v>-6.5521571950892921E-2</c:v>
                </c:pt>
                <c:pt idx="182">
                  <c:v>-0.10934274276192224</c:v>
                </c:pt>
                <c:pt idx="183">
                  <c:v>-7.5496631683179993E-2</c:v>
                </c:pt>
                <c:pt idx="184">
                  <c:v>-8.541289927995166E-2</c:v>
                </c:pt>
                <c:pt idx="185">
                  <c:v>-0.11685230395449264</c:v>
                </c:pt>
                <c:pt idx="186">
                  <c:v>-0.12797370111289252</c:v>
                </c:pt>
                <c:pt idx="187">
                  <c:v>-0.15586560733979526</c:v>
                </c:pt>
                <c:pt idx="188">
                  <c:v>-0.1631307853649907</c:v>
                </c:pt>
                <c:pt idx="189">
                  <c:v>-0.24501911614828731</c:v>
                </c:pt>
                <c:pt idx="190">
                  <c:v>-0.24200200703856622</c:v>
                </c:pt>
                <c:pt idx="191">
                  <c:v>-0.23659088105880355</c:v>
                </c:pt>
                <c:pt idx="192">
                  <c:v>-0.27616244965664805</c:v>
                </c:pt>
                <c:pt idx="193">
                  <c:v>-0.2580787193075107</c:v>
                </c:pt>
                <c:pt idx="194">
                  <c:v>-0.20823106491150667</c:v>
                </c:pt>
                <c:pt idx="195">
                  <c:v>-0.23500527935734938</c:v>
                </c:pt>
                <c:pt idx="196">
                  <c:v>-0.23906358533192618</c:v>
                </c:pt>
                <c:pt idx="197">
                  <c:v>-0.22592211938013151</c:v>
                </c:pt>
                <c:pt idx="198">
                  <c:v>-0.25210857359395911</c:v>
                </c:pt>
                <c:pt idx="199">
                  <c:v>-0.32762363622668789</c:v>
                </c:pt>
                <c:pt idx="200">
                  <c:v>-0.24331942768451476</c:v>
                </c:pt>
                <c:pt idx="201">
                  <c:v>-0.26684716193805191</c:v>
                </c:pt>
                <c:pt idx="202">
                  <c:v>-0.27167897390447993</c:v>
                </c:pt>
                <c:pt idx="203">
                  <c:v>-0.25771338590295401</c:v>
                </c:pt>
                <c:pt idx="204">
                  <c:v>-0.26997615889208482</c:v>
                </c:pt>
                <c:pt idx="205">
                  <c:v>-0.23689306839109014</c:v>
                </c:pt>
                <c:pt idx="206">
                  <c:v>-0.21938571067771495</c:v>
                </c:pt>
                <c:pt idx="207">
                  <c:v>-0.2402409147095782</c:v>
                </c:pt>
                <c:pt idx="208">
                  <c:v>-0.21498500249908081</c:v>
                </c:pt>
                <c:pt idx="209">
                  <c:v>-0.24874682839208995</c:v>
                </c:pt>
                <c:pt idx="210">
                  <c:v>-0.22968941653042529</c:v>
                </c:pt>
                <c:pt idx="211">
                  <c:v>-0.21140498940236441</c:v>
                </c:pt>
                <c:pt idx="212">
                  <c:v>-0.23296171771690366</c:v>
                </c:pt>
                <c:pt idx="213">
                  <c:v>-0.1534955333004735</c:v>
                </c:pt>
                <c:pt idx="214">
                  <c:v>-0.15763704569946579</c:v>
                </c:pt>
                <c:pt idx="215">
                  <c:v>-0.17964559047149065</c:v>
                </c:pt>
                <c:pt idx="216">
                  <c:v>-0.12849260184642275</c:v>
                </c:pt>
                <c:pt idx="217">
                  <c:v>-0.15005295664868623</c:v>
                </c:pt>
                <c:pt idx="218">
                  <c:v>-0.1640243462844837</c:v>
                </c:pt>
                <c:pt idx="219">
                  <c:v>-0.15717743231422932</c:v>
                </c:pt>
                <c:pt idx="220">
                  <c:v>-0.12340456835565317</c:v>
                </c:pt>
                <c:pt idx="221">
                  <c:v>-0.1243543979422429</c:v>
                </c:pt>
                <c:pt idx="222">
                  <c:v>-0.1062340878900373</c:v>
                </c:pt>
                <c:pt idx="223">
                  <c:v>-0.10475281306077344</c:v>
                </c:pt>
                <c:pt idx="224">
                  <c:v>-9.1233340907868055E-2</c:v>
                </c:pt>
                <c:pt idx="225">
                  <c:v>-0.12627401971270136</c:v>
                </c:pt>
                <c:pt idx="226">
                  <c:v>-0.16989682389354044</c:v>
                </c:pt>
                <c:pt idx="227">
                  <c:v>-0.18795232694988839</c:v>
                </c:pt>
                <c:pt idx="228">
                  <c:v>-0.19180968556764977</c:v>
                </c:pt>
                <c:pt idx="229">
                  <c:v>-0.23655152172739302</c:v>
                </c:pt>
                <c:pt idx="230">
                  <c:v>-0.22986682155434313</c:v>
                </c:pt>
                <c:pt idx="231">
                  <c:v>-0.16991960770311365</c:v>
                </c:pt>
                <c:pt idx="232">
                  <c:v>-0.14335507453410434</c:v>
                </c:pt>
                <c:pt idx="233">
                  <c:v>-9.54322190969632E-2</c:v>
                </c:pt>
                <c:pt idx="234">
                  <c:v>-8.4473689470903279E-2</c:v>
                </c:pt>
                <c:pt idx="235">
                  <c:v>-7.5530610770001561E-2</c:v>
                </c:pt>
                <c:pt idx="236">
                  <c:v>-8.5763813555829516E-2</c:v>
                </c:pt>
                <c:pt idx="237">
                  <c:v>-4.3237631019659939E-2</c:v>
                </c:pt>
                <c:pt idx="238">
                  <c:v>-5.761821844467141E-2</c:v>
                </c:pt>
                <c:pt idx="239">
                  <c:v>-8.5823023731337988E-2</c:v>
                </c:pt>
                <c:pt idx="240">
                  <c:v>-5.7594942211596112E-2</c:v>
                </c:pt>
                <c:pt idx="241">
                  <c:v>-0.1023245990649102</c:v>
                </c:pt>
                <c:pt idx="242">
                  <c:v>-0.10115085134362323</c:v>
                </c:pt>
                <c:pt idx="243">
                  <c:v>-8.300750994074757E-2</c:v>
                </c:pt>
                <c:pt idx="244">
                  <c:v>-4.4227201716543818E-2</c:v>
                </c:pt>
                <c:pt idx="245">
                  <c:v>-5.4699104187890479E-2</c:v>
                </c:pt>
                <c:pt idx="246">
                  <c:v>-2.5488358460842964E-2</c:v>
                </c:pt>
                <c:pt idx="247">
                  <c:v>-5.7437772185613412E-2</c:v>
                </c:pt>
                <c:pt idx="248">
                  <c:v>-9.5493729735452337E-2</c:v>
                </c:pt>
                <c:pt idx="249">
                  <c:v>-7.5453219754951228E-2</c:v>
                </c:pt>
                <c:pt idx="250">
                  <c:v>-6.19630263717873E-2</c:v>
                </c:pt>
                <c:pt idx="251">
                  <c:v>-6.1295186603799179E-2</c:v>
                </c:pt>
                <c:pt idx="252">
                  <c:v>-4.5537257626633521E-2</c:v>
                </c:pt>
                <c:pt idx="253">
                  <c:v>-2.4310939803287801E-2</c:v>
                </c:pt>
                <c:pt idx="254">
                  <c:v>-4.3673874180606198E-2</c:v>
                </c:pt>
                <c:pt idx="255">
                  <c:v>-3.4832204531179967E-2</c:v>
                </c:pt>
                <c:pt idx="256">
                  <c:v>-3.1750911333885745E-2</c:v>
                </c:pt>
                <c:pt idx="257">
                  <c:v>-2.0477227097134731E-2</c:v>
                </c:pt>
                <c:pt idx="258">
                  <c:v>0</c:v>
                </c:pt>
                <c:pt idx="259">
                  <c:v>-4.9546739854180455E-3</c:v>
                </c:pt>
                <c:pt idx="260">
                  <c:v>0</c:v>
                </c:pt>
                <c:pt idx="261">
                  <c:v>-7.5505674694287261E-3</c:v>
                </c:pt>
                <c:pt idx="262">
                  <c:v>-6.6010941638154685E-2</c:v>
                </c:pt>
                <c:pt idx="263">
                  <c:v>-3.9750675181441819E-2</c:v>
                </c:pt>
                <c:pt idx="264">
                  <c:v>-4.5684134454225811E-2</c:v>
                </c:pt>
                <c:pt idx="265">
                  <c:v>-6.4071038907543509E-2</c:v>
                </c:pt>
                <c:pt idx="266">
                  <c:v>-3.3849322786876357E-2</c:v>
                </c:pt>
                <c:pt idx="267">
                  <c:v>-2.9889458057629992E-2</c:v>
                </c:pt>
                <c:pt idx="268">
                  <c:v>-1.0594885519256025E-2</c:v>
                </c:pt>
                <c:pt idx="269">
                  <c:v>-0.10496119007017957</c:v>
                </c:pt>
                <c:pt idx="270">
                  <c:v>-5.6500811921220029E-2</c:v>
                </c:pt>
                <c:pt idx="271">
                  <c:v>-0.29024918935111277</c:v>
                </c:pt>
                <c:pt idx="272">
                  <c:v>-0.2776798355081086</c:v>
                </c:pt>
                <c:pt idx="273">
                  <c:v>-0.18260645458484825</c:v>
                </c:pt>
                <c:pt idx="274">
                  <c:v>-0.18874448244151421</c:v>
                </c:pt>
                <c:pt idx="275">
                  <c:v>-8.5196115428059271E-2</c:v>
                </c:pt>
                <c:pt idx="276">
                  <c:v>-5.6140961495261599E-2</c:v>
                </c:pt>
                <c:pt idx="277">
                  <c:v>0</c:v>
                </c:pt>
                <c:pt idx="278">
                  <c:v>-3.8944225406272848E-2</c:v>
                </c:pt>
                <c:pt idx="279">
                  <c:v>-9.4957481276171096E-3</c:v>
                </c:pt>
                <c:pt idx="280">
                  <c:v>-4.6540203939206548E-2</c:v>
                </c:pt>
                <c:pt idx="281">
                  <c:v>-3.158573638296025E-2</c:v>
                </c:pt>
                <c:pt idx="282">
                  <c:v>-6.9415440775222215E-2</c:v>
                </c:pt>
                <c:pt idx="283">
                  <c:v>-7.8674126784209264E-2</c:v>
                </c:pt>
                <c:pt idx="284">
                  <c:v>-8.1436697058409835E-2</c:v>
                </c:pt>
                <c:pt idx="285">
                  <c:v>-8.0905959236050928E-2</c:v>
                </c:pt>
                <c:pt idx="286">
                  <c:v>-1.0248861842076518E-2</c:v>
                </c:pt>
                <c:pt idx="287">
                  <c:v>-8.8129675167788468E-3</c:v>
                </c:pt>
                <c:pt idx="288">
                  <c:v>0</c:v>
                </c:pt>
                <c:pt idx="289">
                  <c:v>-1.6836280715066154E-2</c:v>
                </c:pt>
                <c:pt idx="290">
                  <c:v>-2.191693866826594E-2</c:v>
                </c:pt>
                <c:pt idx="291">
                  <c:v>-3.8863030227473172E-2</c:v>
                </c:pt>
                <c:pt idx="292">
                  <c:v>0</c:v>
                </c:pt>
                <c:pt idx="293">
                  <c:v>-7.2943510276044843E-2</c:v>
                </c:pt>
                <c:pt idx="294">
                  <c:v>-3.0629300806914506E-2</c:v>
                </c:pt>
                <c:pt idx="295">
                  <c:v>-6.0565457085453911E-2</c:v>
                </c:pt>
                <c:pt idx="296">
                  <c:v>-4.4614712342833096E-2</c:v>
                </c:pt>
                <c:pt idx="297">
                  <c:v>-2.2633854250671215E-2</c:v>
                </c:pt>
                <c:pt idx="298">
                  <c:v>-5.601854137765816E-3</c:v>
                </c:pt>
                <c:pt idx="299">
                  <c:v>-8.9071945299487476E-2</c:v>
                </c:pt>
                <c:pt idx="300">
                  <c:v>-8.7326626392611795E-2</c:v>
                </c:pt>
                <c:pt idx="301">
                  <c:v>-0.10260991991386037</c:v>
                </c:pt>
                <c:pt idx="302">
                  <c:v>-6.6318904946080837E-2</c:v>
                </c:pt>
                <c:pt idx="303">
                  <c:v>-5.5523677324176623E-2</c:v>
                </c:pt>
                <c:pt idx="304">
                  <c:v>-9.3741432176453032E-2</c:v>
                </c:pt>
                <c:pt idx="305">
                  <c:v>-2.9636078284877909E-2</c:v>
                </c:pt>
                <c:pt idx="306">
                  <c:v>-5.8377855261727118E-2</c:v>
                </c:pt>
                <c:pt idx="307">
                  <c:v>-7.6565149158345225E-2</c:v>
                </c:pt>
                <c:pt idx="308">
                  <c:v>-4.9896888101671255E-2</c:v>
                </c:pt>
                <c:pt idx="309">
                  <c:v>-1.9027255064486992E-2</c:v>
                </c:pt>
                <c:pt idx="310">
                  <c:v>-1.7490745475622793E-2</c:v>
                </c:pt>
                <c:pt idx="311">
                  <c:v>0</c:v>
                </c:pt>
                <c:pt idx="312">
                  <c:v>-1.5459046432159784E-2</c:v>
                </c:pt>
                <c:pt idx="313">
                  <c:v>-2.2782231733713409E-2</c:v>
                </c:pt>
                <c:pt idx="314">
                  <c:v>0</c:v>
                </c:pt>
                <c:pt idx="315">
                  <c:v>-6.0405655091951393E-2</c:v>
                </c:pt>
                <c:pt idx="316">
                  <c:v>-5.2945492183905429E-2</c:v>
                </c:pt>
                <c:pt idx="317">
                  <c:v>-8.7562041992011008E-2</c:v>
                </c:pt>
                <c:pt idx="318">
                  <c:v>-8.7843833326025966E-2</c:v>
                </c:pt>
                <c:pt idx="319">
                  <c:v>-4.0123712824446045E-2</c:v>
                </c:pt>
                <c:pt idx="320">
                  <c:v>-4.797065852900706E-2</c:v>
                </c:pt>
                <c:pt idx="321">
                  <c:v>-3.9456713019912271E-2</c:v>
                </c:pt>
                <c:pt idx="322">
                  <c:v>-8.3547317030894686E-2</c:v>
                </c:pt>
                <c:pt idx="323">
                  <c:v>-2.7972628549245759E-2</c:v>
                </c:pt>
                <c:pt idx="324">
                  <c:v>-4.9289505431945546E-2</c:v>
                </c:pt>
                <c:pt idx="325">
                  <c:v>-0.12501430397638214</c:v>
                </c:pt>
                <c:pt idx="326">
                  <c:v>-7.2124387478070595E-2</c:v>
                </c:pt>
                <c:pt idx="327">
                  <c:v>-2.1774792697714984E-2</c:v>
                </c:pt>
                <c:pt idx="328">
                  <c:v>0</c:v>
                </c:pt>
                <c:pt idx="329">
                  <c:v>-2.2381247543797445E-2</c:v>
                </c:pt>
                <c:pt idx="330">
                  <c:v>-3.350330492296516E-2</c:v>
                </c:pt>
                <c:pt idx="331">
                  <c:v>0</c:v>
                </c:pt>
                <c:pt idx="332">
                  <c:v>-3.637201046986871E-2</c:v>
                </c:pt>
                <c:pt idx="333">
                  <c:v>-4.2762792259501081E-2</c:v>
                </c:pt>
                <c:pt idx="334">
                  <c:v>-4.3207333178147955E-2</c:v>
                </c:pt>
                <c:pt idx="335">
                  <c:v>-6.5091140569802253E-2</c:v>
                </c:pt>
                <c:pt idx="336">
                  <c:v>-4.8791606996837156E-2</c:v>
                </c:pt>
                <c:pt idx="337">
                  <c:v>-0.14607785949632246</c:v>
                </c:pt>
                <c:pt idx="338">
                  <c:v>-0.1421189468917291</c:v>
                </c:pt>
                <c:pt idx="339">
                  <c:v>-0.14003940914271629</c:v>
                </c:pt>
                <c:pt idx="340">
                  <c:v>-0.13959103917486759</c:v>
                </c:pt>
                <c:pt idx="341">
                  <c:v>-0.12008135046349633</c:v>
                </c:pt>
                <c:pt idx="342">
                  <c:v>-0.16576197848562624</c:v>
                </c:pt>
                <c:pt idx="343">
                  <c:v>-0.11550670097263072</c:v>
                </c:pt>
                <c:pt idx="344">
                  <c:v>-0.14712834767735128</c:v>
                </c:pt>
                <c:pt idx="345">
                  <c:v>-0.16218601577369562</c:v>
                </c:pt>
                <c:pt idx="346">
                  <c:v>-0.22031548707042237</c:v>
                </c:pt>
                <c:pt idx="347">
                  <c:v>-0.18882850089328684</c:v>
                </c:pt>
                <c:pt idx="348">
                  <c:v>-0.17480415180717712</c:v>
                </c:pt>
                <c:pt idx="349">
                  <c:v>-0.18711663418469904</c:v>
                </c:pt>
                <c:pt idx="350">
                  <c:v>-0.21901355909686215</c:v>
                </c:pt>
                <c:pt idx="351">
                  <c:v>-0.23898131742372031</c:v>
                </c:pt>
                <c:pt idx="352">
                  <c:v>-0.23793403104892275</c:v>
                </c:pt>
                <c:pt idx="353">
                  <c:v>-0.21176178285808178</c:v>
                </c:pt>
                <c:pt idx="354">
                  <c:v>-0.15199641374546002</c:v>
                </c:pt>
                <c:pt idx="355">
                  <c:v>-0.14586817965760901</c:v>
                </c:pt>
                <c:pt idx="356">
                  <c:v>-0.14930518057258679</c:v>
                </c:pt>
                <c:pt idx="357">
                  <c:v>-0.14844512804835119</c:v>
                </c:pt>
                <c:pt idx="358">
                  <c:v>-9.6164614046645003E-2</c:v>
                </c:pt>
                <c:pt idx="359">
                  <c:v>-0.11861094007779294</c:v>
                </c:pt>
                <c:pt idx="360">
                  <c:v>-0.13910790299577225</c:v>
                </c:pt>
                <c:pt idx="361">
                  <c:v>-0.16512363925964868</c:v>
                </c:pt>
                <c:pt idx="362">
                  <c:v>-0.15568565616566876</c:v>
                </c:pt>
                <c:pt idx="363">
                  <c:v>-0.16338945260600191</c:v>
                </c:pt>
                <c:pt idx="364">
                  <c:v>-0.15583662836642376</c:v>
                </c:pt>
                <c:pt idx="365">
                  <c:v>-0.14239569124477203</c:v>
                </c:pt>
                <c:pt idx="366">
                  <c:v>-0.16617365690481789</c:v>
                </c:pt>
                <c:pt idx="367">
                  <c:v>-0.10087620717817436</c:v>
                </c:pt>
                <c:pt idx="368">
                  <c:v>-8.3251546967671453E-2</c:v>
                </c:pt>
                <c:pt idx="369">
                  <c:v>-0.14163224773060268</c:v>
                </c:pt>
                <c:pt idx="370">
                  <c:v>-0.12343918488485317</c:v>
                </c:pt>
                <c:pt idx="371">
                  <c:v>-6.0030524130655905E-2</c:v>
                </c:pt>
                <c:pt idx="372">
                  <c:v>-4.6144584664711275E-3</c:v>
                </c:pt>
                <c:pt idx="373">
                  <c:v>-4.5113488747152153E-2</c:v>
                </c:pt>
                <c:pt idx="374">
                  <c:v>0</c:v>
                </c:pt>
                <c:pt idx="375">
                  <c:v>-2.5652906870887726E-3</c:v>
                </c:pt>
                <c:pt idx="376">
                  <c:v>-2.3407355458259116E-2</c:v>
                </c:pt>
                <c:pt idx="377">
                  <c:v>-1.2737854032274232E-3</c:v>
                </c:pt>
                <c:pt idx="378">
                  <c:v>-9.456970164588796E-3</c:v>
                </c:pt>
                <c:pt idx="379">
                  <c:v>-1.9218546519519708E-2</c:v>
                </c:pt>
                <c:pt idx="380">
                  <c:v>0</c:v>
                </c:pt>
                <c:pt idx="381">
                  <c:v>-6.6645275071263499E-2</c:v>
                </c:pt>
                <c:pt idx="382">
                  <c:v>-0.12445459224535638</c:v>
                </c:pt>
                <c:pt idx="383">
                  <c:v>-0.14505231569912891</c:v>
                </c:pt>
                <c:pt idx="384">
                  <c:v>-0.23861393974830047</c:v>
                </c:pt>
                <c:pt idx="385">
                  <c:v>-0.17923913047958195</c:v>
                </c:pt>
                <c:pt idx="386">
                  <c:v>-0.17574329505882103</c:v>
                </c:pt>
                <c:pt idx="387">
                  <c:v>-0.14542363929220359</c:v>
                </c:pt>
                <c:pt idx="388">
                  <c:v>-0.19192100446361315</c:v>
                </c:pt>
                <c:pt idx="389">
                  <c:v>-0.24944185514284845</c:v>
                </c:pt>
                <c:pt idx="390">
                  <c:v>-0.32826589757700342</c:v>
                </c:pt>
                <c:pt idx="391">
                  <c:v>-0.35095149513251789</c:v>
                </c:pt>
                <c:pt idx="392">
                  <c:v>-0.35351260099567983</c:v>
                </c:pt>
                <c:pt idx="393">
                  <c:v>-0.42348987614687261</c:v>
                </c:pt>
                <c:pt idx="394">
                  <c:v>-0.4226583726811427</c:v>
                </c:pt>
                <c:pt idx="395">
                  <c:v>-0.41658996224486067</c:v>
                </c:pt>
                <c:pt idx="396">
                  <c:v>-0.40720516282643338</c:v>
                </c:pt>
                <c:pt idx="397">
                  <c:v>-0.37721329852854457</c:v>
                </c:pt>
                <c:pt idx="398">
                  <c:v>-0.37271042694414847</c:v>
                </c:pt>
                <c:pt idx="399">
                  <c:v>-0.34912052825204931</c:v>
                </c:pt>
                <c:pt idx="400">
                  <c:v>-0.43134282954364556</c:v>
                </c:pt>
                <c:pt idx="401">
                  <c:v>-0.38879985913464776</c:v>
                </c:pt>
                <c:pt idx="402">
                  <c:v>-0.39306647860321287</c:v>
                </c:pt>
                <c:pt idx="403">
                  <c:v>-0.38183961179298376</c:v>
                </c:pt>
                <c:pt idx="404">
                  <c:v>-0.37734327088537023</c:v>
                </c:pt>
                <c:pt idx="405">
                  <c:v>-0.34174860411631258</c:v>
                </c:pt>
                <c:pt idx="406">
                  <c:v>-0.37048318936324676</c:v>
                </c:pt>
                <c:pt idx="407">
                  <c:v>-0.38127509790413883</c:v>
                </c:pt>
                <c:pt idx="408">
                  <c:v>-0.33987249911288886</c:v>
                </c:pt>
                <c:pt idx="409">
                  <c:v>-0.37944789099502774</c:v>
                </c:pt>
                <c:pt idx="410">
                  <c:v>-0.27693384339449678</c:v>
                </c:pt>
                <c:pt idx="411">
                  <c:v>-0.30754442108437896</c:v>
                </c:pt>
                <c:pt idx="412">
                  <c:v>-0.26987159214948198</c:v>
                </c:pt>
                <c:pt idx="413">
                  <c:v>-0.23554499986693334</c:v>
                </c:pt>
                <c:pt idx="414">
                  <c:v>-0.24266713957444963</c:v>
                </c:pt>
                <c:pt idx="415">
                  <c:v>-0.2642408135575075</c:v>
                </c:pt>
                <c:pt idx="416">
                  <c:v>-0.25717580677473251</c:v>
                </c:pt>
                <c:pt idx="417">
                  <c:v>-0.24810073545628442</c:v>
                </c:pt>
                <c:pt idx="418">
                  <c:v>-0.2199405220571683</c:v>
                </c:pt>
                <c:pt idx="419">
                  <c:v>-0.16731236343535349</c:v>
                </c:pt>
                <c:pt idx="420">
                  <c:v>-0.18099526915379394</c:v>
                </c:pt>
                <c:pt idx="421">
                  <c:v>-0.16155607323752941</c:v>
                </c:pt>
                <c:pt idx="422">
                  <c:v>-0.18096631795457896</c:v>
                </c:pt>
                <c:pt idx="423">
                  <c:v>-0.22280710518038449</c:v>
                </c:pt>
                <c:pt idx="424">
                  <c:v>-0.24485134264439223</c:v>
                </c:pt>
                <c:pt idx="425">
                  <c:v>-0.28218332421797165</c:v>
                </c:pt>
                <c:pt idx="426">
                  <c:v>-0.24183018886090923</c:v>
                </c:pt>
                <c:pt idx="427">
                  <c:v>-0.29562015345520465</c:v>
                </c:pt>
                <c:pt idx="428">
                  <c:v>-0.28372436261575307</c:v>
                </c:pt>
                <c:pt idx="429">
                  <c:v>-0.24107362296365653</c:v>
                </c:pt>
                <c:pt idx="430">
                  <c:v>-0.19194074608350631</c:v>
                </c:pt>
                <c:pt idx="431">
                  <c:v>-0.13556865706565135</c:v>
                </c:pt>
                <c:pt idx="432">
                  <c:v>-9.2920792673266916E-2</c:v>
                </c:pt>
                <c:pt idx="433">
                  <c:v>-0.10146437343048331</c:v>
                </c:pt>
                <c:pt idx="434">
                  <c:v>-9.9723629683300175E-2</c:v>
                </c:pt>
                <c:pt idx="435">
                  <c:v>-8.4593798614625015E-2</c:v>
                </c:pt>
                <c:pt idx="436">
                  <c:v>-0.11662929794390309</c:v>
                </c:pt>
                <c:pt idx="437">
                  <c:v>-0.13368770698253118</c:v>
                </c:pt>
                <c:pt idx="438">
                  <c:v>-0.18375648464616223</c:v>
                </c:pt>
                <c:pt idx="439">
                  <c:v>-0.17789364191478552</c:v>
                </c:pt>
                <c:pt idx="440">
                  <c:v>-0.16843382767051962</c:v>
                </c:pt>
                <c:pt idx="441">
                  <c:v>-0.15170276414585115</c:v>
                </c:pt>
                <c:pt idx="442">
                  <c:v>-0.18300552592862407</c:v>
                </c:pt>
                <c:pt idx="443">
                  <c:v>-0.18615234752753629</c:v>
                </c:pt>
                <c:pt idx="444">
                  <c:v>-0.1931095496346692</c:v>
                </c:pt>
                <c:pt idx="445">
                  <c:v>-0.12340393981412778</c:v>
                </c:pt>
                <c:pt idx="446">
                  <c:v>-0.12755079842401262</c:v>
                </c:pt>
                <c:pt idx="447">
                  <c:v>-0.12744865909850234</c:v>
                </c:pt>
                <c:pt idx="448">
                  <c:v>-0.1321017165601801</c:v>
                </c:pt>
                <c:pt idx="449">
                  <c:v>-0.1331389442319908</c:v>
                </c:pt>
                <c:pt idx="450">
                  <c:v>-0.18746793615607893</c:v>
                </c:pt>
                <c:pt idx="451">
                  <c:v>-0.17172322572328913</c:v>
                </c:pt>
                <c:pt idx="452">
                  <c:v>-0.13754259932659041</c:v>
                </c:pt>
                <c:pt idx="453">
                  <c:v>-0.16136032403195877</c:v>
                </c:pt>
                <c:pt idx="454">
                  <c:v>-0.13706386664903936</c:v>
                </c:pt>
                <c:pt idx="455">
                  <c:v>-0.17196967864670853</c:v>
                </c:pt>
                <c:pt idx="456">
                  <c:v>-0.2064342721047564</c:v>
                </c:pt>
                <c:pt idx="457">
                  <c:v>-0.22822528474253612</c:v>
                </c:pt>
                <c:pt idx="458">
                  <c:v>-0.19987407728173268</c:v>
                </c:pt>
                <c:pt idx="459">
                  <c:v>-0.1714155075957744</c:v>
                </c:pt>
                <c:pt idx="460">
                  <c:v>-0.20228722203573879</c:v>
                </c:pt>
                <c:pt idx="461">
                  <c:v>-0.25673464788032108</c:v>
                </c:pt>
                <c:pt idx="462">
                  <c:v>-0.27293493471765706</c:v>
                </c:pt>
                <c:pt idx="463">
                  <c:v>-0.25924978354438588</c:v>
                </c:pt>
                <c:pt idx="464">
                  <c:v>-0.25483099828707489</c:v>
                </c:pt>
                <c:pt idx="465">
                  <c:v>-0.25314684917824248</c:v>
                </c:pt>
                <c:pt idx="466">
                  <c:v>-0.26308603028132604</c:v>
                </c:pt>
                <c:pt idx="467">
                  <c:v>-0.22785032849534947</c:v>
                </c:pt>
                <c:pt idx="468">
                  <c:v>-0.22110118935122458</c:v>
                </c:pt>
                <c:pt idx="469">
                  <c:v>-0.218806305754634</c:v>
                </c:pt>
                <c:pt idx="470">
                  <c:v>-0.21568711299142884</c:v>
                </c:pt>
                <c:pt idx="471">
                  <c:v>-0.23370819612702409</c:v>
                </c:pt>
                <c:pt idx="472">
                  <c:v>-0.2669271574238542</c:v>
                </c:pt>
                <c:pt idx="473">
                  <c:v>-0.2371167027033515</c:v>
                </c:pt>
                <c:pt idx="474">
                  <c:v>-0.22830215200310966</c:v>
                </c:pt>
                <c:pt idx="475">
                  <c:v>-0.26151915746553867</c:v>
                </c:pt>
                <c:pt idx="476">
                  <c:v>-0.26937598327341206</c:v>
                </c:pt>
                <c:pt idx="477">
                  <c:v>-0.27990412820177513</c:v>
                </c:pt>
                <c:pt idx="478">
                  <c:v>-0.27200617388324522</c:v>
                </c:pt>
                <c:pt idx="479">
                  <c:v>-0.21952360207369548</c:v>
                </c:pt>
                <c:pt idx="480">
                  <c:v>-0.17127747633351331</c:v>
                </c:pt>
                <c:pt idx="481">
                  <c:v>-0.1638131900494616</c:v>
                </c:pt>
                <c:pt idx="482">
                  <c:v>-0.12191069485315209</c:v>
                </c:pt>
                <c:pt idx="483">
                  <c:v>-7.6068023033957433E-2</c:v>
                </c:pt>
                <c:pt idx="484">
                  <c:v>-3.7445851059984991E-2</c:v>
                </c:pt>
                <c:pt idx="485">
                  <c:v>-3.4751157409325439E-2</c:v>
                </c:pt>
                <c:pt idx="486">
                  <c:v>-2.9791659610436727E-2</c:v>
                </c:pt>
                <c:pt idx="487">
                  <c:v>-4.9839978709804833E-2</c:v>
                </c:pt>
                <c:pt idx="488">
                  <c:v>0</c:v>
                </c:pt>
                <c:pt idx="489">
                  <c:v>-1.1549887890283439E-2</c:v>
                </c:pt>
                <c:pt idx="490">
                  <c:v>-6.1578297054614484E-2</c:v>
                </c:pt>
                <c:pt idx="491">
                  <c:v>-5.4666117448812779E-2</c:v>
                </c:pt>
                <c:pt idx="492">
                  <c:v>-6.4222584086724765E-2</c:v>
                </c:pt>
                <c:pt idx="493">
                  <c:v>-0.12370899285219827</c:v>
                </c:pt>
                <c:pt idx="494">
                  <c:v>-9.8066040019984424E-2</c:v>
                </c:pt>
                <c:pt idx="495">
                  <c:v>-7.0885103764343427E-2</c:v>
                </c:pt>
                <c:pt idx="496">
                  <c:v>-4.4666232423851593E-2</c:v>
                </c:pt>
                <c:pt idx="497">
                  <c:v>-1.5357880422838588E-2</c:v>
                </c:pt>
                <c:pt idx="498">
                  <c:v>-6.2503060395476928E-2</c:v>
                </c:pt>
                <c:pt idx="499">
                  <c:v>-7.6422101393482489E-2</c:v>
                </c:pt>
                <c:pt idx="500">
                  <c:v>-6.7697081485526112E-2</c:v>
                </c:pt>
                <c:pt idx="501">
                  <c:v>-0.12600378107550037</c:v>
                </c:pt>
                <c:pt idx="502">
                  <c:v>-6.4718766698272145E-2</c:v>
                </c:pt>
                <c:pt idx="503">
                  <c:v>-4.6506879213412566E-2</c:v>
                </c:pt>
                <c:pt idx="504">
                  <c:v>-5.0367292403565633E-2</c:v>
                </c:pt>
                <c:pt idx="505">
                  <c:v>-0.12226699045098854</c:v>
                </c:pt>
                <c:pt idx="506">
                  <c:v>-5.8346841308972719E-2</c:v>
                </c:pt>
                <c:pt idx="507">
                  <c:v>-2.9660261364051088E-2</c:v>
                </c:pt>
                <c:pt idx="508">
                  <c:v>0</c:v>
                </c:pt>
                <c:pt idx="509">
                  <c:v>-3.7103113506816165E-2</c:v>
                </c:pt>
                <c:pt idx="510">
                  <c:v>-2.1055745228295009E-2</c:v>
                </c:pt>
                <c:pt idx="511">
                  <c:v>-1.2667532566557504E-2</c:v>
                </c:pt>
                <c:pt idx="512">
                  <c:v>-1.9284232438030569E-2</c:v>
                </c:pt>
                <c:pt idx="513">
                  <c:v>-5.1803371923328068E-2</c:v>
                </c:pt>
                <c:pt idx="514">
                  <c:v>-1.1989999244422345E-2</c:v>
                </c:pt>
                <c:pt idx="515">
                  <c:v>-9.8595922707157113E-2</c:v>
                </c:pt>
                <c:pt idx="516">
                  <c:v>-4.6803448631562716E-2</c:v>
                </c:pt>
                <c:pt idx="517">
                  <c:v>-6.3471807779934108E-2</c:v>
                </c:pt>
                <c:pt idx="518">
                  <c:v>-5.0411813077789858E-2</c:v>
                </c:pt>
                <c:pt idx="519">
                  <c:v>-6.6716243941006281E-2</c:v>
                </c:pt>
                <c:pt idx="520">
                  <c:v>-0.14913805901905197</c:v>
                </c:pt>
                <c:pt idx="521">
                  <c:v>-0.11538262189990012</c:v>
                </c:pt>
                <c:pt idx="522">
                  <c:v>-9.9424060323358154E-2</c:v>
                </c:pt>
                <c:pt idx="523">
                  <c:v>-6.0661690218593023E-2</c:v>
                </c:pt>
                <c:pt idx="524">
                  <c:v>-9.3908999192854226E-2</c:v>
                </c:pt>
                <c:pt idx="525">
                  <c:v>-8.3186185980951177E-2</c:v>
                </c:pt>
                <c:pt idx="526">
                  <c:v>-5.9164620519231548E-2</c:v>
                </c:pt>
                <c:pt idx="527">
                  <c:v>-3.6737537143436083E-2</c:v>
                </c:pt>
                <c:pt idx="528">
                  <c:v>-1.7547914350907745E-2</c:v>
                </c:pt>
                <c:pt idx="529">
                  <c:v>-1.1045151413156984E-2</c:v>
                </c:pt>
                <c:pt idx="530">
                  <c:v>-6.6262642901124047E-2</c:v>
                </c:pt>
                <c:pt idx="531">
                  <c:v>-3.3258759122071657E-2</c:v>
                </c:pt>
                <c:pt idx="532">
                  <c:v>0</c:v>
                </c:pt>
                <c:pt idx="533">
                  <c:v>-1.3576190638240226E-2</c:v>
                </c:pt>
                <c:pt idx="534">
                  <c:v>-3.2459489197050218E-2</c:v>
                </c:pt>
                <c:pt idx="535">
                  <c:v>-0.10644997155811886</c:v>
                </c:pt>
                <c:pt idx="536">
                  <c:v>-0.14562722201523237</c:v>
                </c:pt>
                <c:pt idx="537">
                  <c:v>-8.7631587813640222E-2</c:v>
                </c:pt>
                <c:pt idx="538">
                  <c:v>-3.8132573691969207E-2</c:v>
                </c:pt>
                <c:pt idx="539">
                  <c:v>-7.6642137420964818E-2</c:v>
                </c:pt>
                <c:pt idx="540">
                  <c:v>-5.4828217749588792E-2</c:v>
                </c:pt>
                <c:pt idx="541">
                  <c:v>-4.8284487504302032E-2</c:v>
                </c:pt>
                <c:pt idx="542">
                  <c:v>-3.2510264301580771E-2</c:v>
                </c:pt>
                <c:pt idx="543">
                  <c:v>-7.1974110531726199E-3</c:v>
                </c:pt>
                <c:pt idx="544">
                  <c:v>0</c:v>
                </c:pt>
                <c:pt idx="545">
                  <c:v>-6.4917686620379333E-3</c:v>
                </c:pt>
                <c:pt idx="546">
                  <c:v>-1.1884379123125566E-2</c:v>
                </c:pt>
                <c:pt idx="547">
                  <c:v>0</c:v>
                </c:pt>
                <c:pt idx="548">
                  <c:v>0</c:v>
                </c:pt>
                <c:pt idx="549">
                  <c:v>-3.4471483808567793E-2</c:v>
                </c:pt>
                <c:pt idx="550">
                  <c:v>-4.6040267219976561E-2</c:v>
                </c:pt>
                <c:pt idx="551">
                  <c:v>-3.4146627188829992E-2</c:v>
                </c:pt>
                <c:pt idx="552">
                  <c:v>-4.1627918267041264E-2</c:v>
                </c:pt>
                <c:pt idx="553">
                  <c:v>0</c:v>
                </c:pt>
                <c:pt idx="554">
                  <c:v>-8.6878760832980184E-3</c:v>
                </c:pt>
                <c:pt idx="555">
                  <c:v>0</c:v>
                </c:pt>
                <c:pt idx="556">
                  <c:v>-7.3900419571498732E-3</c:v>
                </c:pt>
                <c:pt idx="557">
                  <c:v>-1.3415093494184682E-2</c:v>
                </c:pt>
                <c:pt idx="558">
                  <c:v>0</c:v>
                </c:pt>
                <c:pt idx="559">
                  <c:v>-1.4609162318647395E-2</c:v>
                </c:pt>
                <c:pt idx="560">
                  <c:v>0</c:v>
                </c:pt>
                <c:pt idx="561">
                  <c:v>-7.4045699825877609E-3</c:v>
                </c:pt>
                <c:pt idx="562">
                  <c:v>-1.6516628196632688E-2</c:v>
                </c:pt>
                <c:pt idx="563">
                  <c:v>0</c:v>
                </c:pt>
                <c:pt idx="564">
                  <c:v>-8.8717771032259085E-2</c:v>
                </c:pt>
                <c:pt idx="565">
                  <c:v>-6.2734999301019889E-2</c:v>
                </c:pt>
                <c:pt idx="566">
                  <c:v>-5.1109880573984912E-2</c:v>
                </c:pt>
                <c:pt idx="567">
                  <c:v>-2.8259697410663476E-2</c:v>
                </c:pt>
                <c:pt idx="568">
                  <c:v>-7.2218893595512368E-2</c:v>
                </c:pt>
                <c:pt idx="569">
                  <c:v>0</c:v>
                </c:pt>
                <c:pt idx="570">
                  <c:v>-8.8522666537860228E-4</c:v>
                </c:pt>
                <c:pt idx="571">
                  <c:v>0</c:v>
                </c:pt>
                <c:pt idx="572">
                  <c:v>-1.4152880689118907E-3</c:v>
                </c:pt>
                <c:pt idx="573">
                  <c:v>-8.3520879530230019E-3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BA-4AC4-BF4B-0BECB2D2EA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Energía</c:v>
                </c:pt>
              </c:strCache>
            </c:strRef>
          </c:tx>
          <c:spPr>
            <a:ln w="22225" cap="flat">
              <a:solidFill>
                <a:srgbClr val="3E8E6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Sheet1!$A$2:$A$575</c:f>
              <c:strCache>
                <c:ptCount val="574"/>
                <c:pt idx="0">
                  <c:v>2015-01</c:v>
                </c:pt>
                <c:pt idx="1">
                  <c:v>2015-01</c:v>
                </c:pt>
                <c:pt idx="2">
                  <c:v>2015-01</c:v>
                </c:pt>
                <c:pt idx="3">
                  <c:v>2015-01</c:v>
                </c:pt>
                <c:pt idx="4">
                  <c:v>2015-01</c:v>
                </c:pt>
                <c:pt idx="5">
                  <c:v>2015-02</c:v>
                </c:pt>
                <c:pt idx="6">
                  <c:v>2015-02</c:v>
                </c:pt>
                <c:pt idx="7">
                  <c:v>2015-02</c:v>
                </c:pt>
                <c:pt idx="8">
                  <c:v>2015-02</c:v>
                </c:pt>
                <c:pt idx="9">
                  <c:v>2015-03</c:v>
                </c:pt>
                <c:pt idx="10">
                  <c:v>2015-03</c:v>
                </c:pt>
                <c:pt idx="11">
                  <c:v>2015-03</c:v>
                </c:pt>
                <c:pt idx="12">
                  <c:v>2015-03</c:v>
                </c:pt>
                <c:pt idx="13">
                  <c:v>2015-04</c:v>
                </c:pt>
                <c:pt idx="14">
                  <c:v>2015-04</c:v>
                </c:pt>
                <c:pt idx="15">
                  <c:v>2015-04</c:v>
                </c:pt>
                <c:pt idx="16">
                  <c:v>2015-04</c:v>
                </c:pt>
                <c:pt idx="17">
                  <c:v>2015-04</c:v>
                </c:pt>
                <c:pt idx="18">
                  <c:v>2015-05</c:v>
                </c:pt>
                <c:pt idx="19">
                  <c:v>2015-05</c:v>
                </c:pt>
                <c:pt idx="20">
                  <c:v>2015-05</c:v>
                </c:pt>
                <c:pt idx="21">
                  <c:v>2015-05</c:v>
                </c:pt>
                <c:pt idx="22">
                  <c:v>2015-06</c:v>
                </c:pt>
                <c:pt idx="23">
                  <c:v>2015-06</c:v>
                </c:pt>
                <c:pt idx="24">
                  <c:v>2015-06</c:v>
                </c:pt>
                <c:pt idx="25">
                  <c:v>2015-06</c:v>
                </c:pt>
                <c:pt idx="26">
                  <c:v>2015-07</c:v>
                </c:pt>
                <c:pt idx="27">
                  <c:v>2015-07</c:v>
                </c:pt>
                <c:pt idx="28">
                  <c:v>2015-07</c:v>
                </c:pt>
                <c:pt idx="29">
                  <c:v>2015-07</c:v>
                </c:pt>
                <c:pt idx="30">
                  <c:v>2015-07</c:v>
                </c:pt>
                <c:pt idx="31">
                  <c:v>2015-08</c:v>
                </c:pt>
                <c:pt idx="32">
                  <c:v>2015-08</c:v>
                </c:pt>
                <c:pt idx="33">
                  <c:v>2015-08</c:v>
                </c:pt>
                <c:pt idx="34">
                  <c:v>2015-08</c:v>
                </c:pt>
                <c:pt idx="35">
                  <c:v>2015-09</c:v>
                </c:pt>
                <c:pt idx="36">
                  <c:v>2015-09</c:v>
                </c:pt>
                <c:pt idx="37">
                  <c:v>2015-09</c:v>
                </c:pt>
                <c:pt idx="38">
                  <c:v>2015-09</c:v>
                </c:pt>
                <c:pt idx="39">
                  <c:v>2015-10</c:v>
                </c:pt>
                <c:pt idx="40">
                  <c:v>2015-10</c:v>
                </c:pt>
                <c:pt idx="41">
                  <c:v>2015-10</c:v>
                </c:pt>
                <c:pt idx="42">
                  <c:v>2015-10</c:v>
                </c:pt>
                <c:pt idx="43">
                  <c:v>2015-10</c:v>
                </c:pt>
                <c:pt idx="44">
                  <c:v>2015-11</c:v>
                </c:pt>
                <c:pt idx="45">
                  <c:v>2015-11</c:v>
                </c:pt>
                <c:pt idx="46">
                  <c:v>2015-11</c:v>
                </c:pt>
                <c:pt idx="47">
                  <c:v>2015-11</c:v>
                </c:pt>
                <c:pt idx="48">
                  <c:v>2015-12</c:v>
                </c:pt>
                <c:pt idx="49">
                  <c:v>2015-12</c:v>
                </c:pt>
                <c:pt idx="50">
                  <c:v>2015-12</c:v>
                </c:pt>
                <c:pt idx="51">
                  <c:v>2015-12</c:v>
                </c:pt>
                <c:pt idx="52">
                  <c:v>2015-12</c:v>
                </c:pt>
                <c:pt idx="53">
                  <c:v>2016-01</c:v>
                </c:pt>
                <c:pt idx="54">
                  <c:v>2016-01</c:v>
                </c:pt>
                <c:pt idx="55">
                  <c:v>2016-01</c:v>
                </c:pt>
                <c:pt idx="56">
                  <c:v>2016-01</c:v>
                </c:pt>
                <c:pt idx="57">
                  <c:v>2016-02</c:v>
                </c:pt>
                <c:pt idx="58">
                  <c:v>2016-02</c:v>
                </c:pt>
                <c:pt idx="59">
                  <c:v>2016-02</c:v>
                </c:pt>
                <c:pt idx="60">
                  <c:v>2016-02</c:v>
                </c:pt>
                <c:pt idx="61">
                  <c:v>2016-03</c:v>
                </c:pt>
                <c:pt idx="62">
                  <c:v>2016-03</c:v>
                </c:pt>
                <c:pt idx="63">
                  <c:v>2016-03</c:v>
                </c:pt>
                <c:pt idx="64">
                  <c:v>2016-03</c:v>
                </c:pt>
                <c:pt idx="65">
                  <c:v>2016-03</c:v>
                </c:pt>
                <c:pt idx="66">
                  <c:v>2016-04</c:v>
                </c:pt>
                <c:pt idx="67">
                  <c:v>2016-04</c:v>
                </c:pt>
                <c:pt idx="68">
                  <c:v>2016-04</c:v>
                </c:pt>
                <c:pt idx="69">
                  <c:v>2016-04</c:v>
                </c:pt>
                <c:pt idx="70">
                  <c:v>2016-05</c:v>
                </c:pt>
                <c:pt idx="71">
                  <c:v>2016-05</c:v>
                </c:pt>
                <c:pt idx="72">
                  <c:v>2016-05</c:v>
                </c:pt>
                <c:pt idx="73">
                  <c:v>2016-05</c:v>
                </c:pt>
                <c:pt idx="74">
                  <c:v>2016-06</c:v>
                </c:pt>
                <c:pt idx="75">
                  <c:v>2016-06</c:v>
                </c:pt>
                <c:pt idx="76">
                  <c:v>2016-06</c:v>
                </c:pt>
                <c:pt idx="77">
                  <c:v>2016-06</c:v>
                </c:pt>
                <c:pt idx="78">
                  <c:v>2016-06</c:v>
                </c:pt>
                <c:pt idx="79">
                  <c:v>2016-07</c:v>
                </c:pt>
                <c:pt idx="80">
                  <c:v>2016-07</c:v>
                </c:pt>
                <c:pt idx="81">
                  <c:v>2016-07</c:v>
                </c:pt>
                <c:pt idx="82">
                  <c:v>2016-07</c:v>
                </c:pt>
                <c:pt idx="83">
                  <c:v>2016-08</c:v>
                </c:pt>
                <c:pt idx="84">
                  <c:v>2016-08</c:v>
                </c:pt>
                <c:pt idx="85">
                  <c:v>2016-08</c:v>
                </c:pt>
                <c:pt idx="86">
                  <c:v>2016-08</c:v>
                </c:pt>
                <c:pt idx="87">
                  <c:v>2016-09</c:v>
                </c:pt>
                <c:pt idx="88">
                  <c:v>2016-09</c:v>
                </c:pt>
                <c:pt idx="89">
                  <c:v>2016-09</c:v>
                </c:pt>
                <c:pt idx="90">
                  <c:v>2016-09</c:v>
                </c:pt>
                <c:pt idx="91">
                  <c:v>2016-09</c:v>
                </c:pt>
                <c:pt idx="92">
                  <c:v>2016-10</c:v>
                </c:pt>
                <c:pt idx="93">
                  <c:v>2016-10</c:v>
                </c:pt>
                <c:pt idx="94">
                  <c:v>2016-10</c:v>
                </c:pt>
                <c:pt idx="95">
                  <c:v>2016-10</c:v>
                </c:pt>
                <c:pt idx="96">
                  <c:v>2016-11</c:v>
                </c:pt>
                <c:pt idx="97">
                  <c:v>2016-11</c:v>
                </c:pt>
                <c:pt idx="98">
                  <c:v>2016-11</c:v>
                </c:pt>
                <c:pt idx="99">
                  <c:v>2016-11</c:v>
                </c:pt>
                <c:pt idx="100">
                  <c:v>2016-12</c:v>
                </c:pt>
                <c:pt idx="101">
                  <c:v>2016-12</c:v>
                </c:pt>
                <c:pt idx="102">
                  <c:v>2016-12</c:v>
                </c:pt>
                <c:pt idx="103">
                  <c:v>2016-12</c:v>
                </c:pt>
                <c:pt idx="104">
                  <c:v>2016-12</c:v>
                </c:pt>
                <c:pt idx="105">
                  <c:v>2017-01</c:v>
                </c:pt>
                <c:pt idx="106">
                  <c:v>2017-01</c:v>
                </c:pt>
                <c:pt idx="107">
                  <c:v>2017-01</c:v>
                </c:pt>
                <c:pt idx="108">
                  <c:v>2017-01</c:v>
                </c:pt>
                <c:pt idx="109">
                  <c:v>2017-02</c:v>
                </c:pt>
                <c:pt idx="110">
                  <c:v>2017-02</c:v>
                </c:pt>
                <c:pt idx="111">
                  <c:v>2017-02</c:v>
                </c:pt>
                <c:pt idx="112">
                  <c:v>2017-02</c:v>
                </c:pt>
                <c:pt idx="113">
                  <c:v>2017-03</c:v>
                </c:pt>
                <c:pt idx="114">
                  <c:v>2017-03</c:v>
                </c:pt>
                <c:pt idx="115">
                  <c:v>2017-03</c:v>
                </c:pt>
                <c:pt idx="116">
                  <c:v>2017-03</c:v>
                </c:pt>
                <c:pt idx="117">
                  <c:v>2017-03</c:v>
                </c:pt>
                <c:pt idx="118">
                  <c:v>2017-04</c:v>
                </c:pt>
                <c:pt idx="119">
                  <c:v>2017-04</c:v>
                </c:pt>
                <c:pt idx="120">
                  <c:v>2017-04</c:v>
                </c:pt>
                <c:pt idx="121">
                  <c:v>2017-04</c:v>
                </c:pt>
                <c:pt idx="122">
                  <c:v>2017-05</c:v>
                </c:pt>
                <c:pt idx="123">
                  <c:v>2017-05</c:v>
                </c:pt>
                <c:pt idx="124">
                  <c:v>2017-05</c:v>
                </c:pt>
                <c:pt idx="125">
                  <c:v>2017-05</c:v>
                </c:pt>
                <c:pt idx="126">
                  <c:v>2017-06</c:v>
                </c:pt>
                <c:pt idx="127">
                  <c:v>2017-06</c:v>
                </c:pt>
                <c:pt idx="128">
                  <c:v>2017-06</c:v>
                </c:pt>
                <c:pt idx="129">
                  <c:v>2017-06</c:v>
                </c:pt>
                <c:pt idx="130">
                  <c:v>2017-06</c:v>
                </c:pt>
                <c:pt idx="131">
                  <c:v>2017-07</c:v>
                </c:pt>
                <c:pt idx="132">
                  <c:v>2017-07</c:v>
                </c:pt>
                <c:pt idx="133">
                  <c:v>2017-07</c:v>
                </c:pt>
                <c:pt idx="134">
                  <c:v>2017-07</c:v>
                </c:pt>
                <c:pt idx="135">
                  <c:v>2017-08</c:v>
                </c:pt>
                <c:pt idx="136">
                  <c:v>2017-08</c:v>
                </c:pt>
                <c:pt idx="137">
                  <c:v>2017-08</c:v>
                </c:pt>
                <c:pt idx="138">
                  <c:v>2017-08</c:v>
                </c:pt>
                <c:pt idx="139">
                  <c:v>2017-08</c:v>
                </c:pt>
                <c:pt idx="140">
                  <c:v>2017-09</c:v>
                </c:pt>
                <c:pt idx="141">
                  <c:v>2017-09</c:v>
                </c:pt>
                <c:pt idx="142">
                  <c:v>2017-09</c:v>
                </c:pt>
                <c:pt idx="143">
                  <c:v>2017-09</c:v>
                </c:pt>
                <c:pt idx="144">
                  <c:v>2017-10</c:v>
                </c:pt>
                <c:pt idx="145">
                  <c:v>2017-10</c:v>
                </c:pt>
                <c:pt idx="146">
                  <c:v>2017-10</c:v>
                </c:pt>
                <c:pt idx="147">
                  <c:v>2017-10</c:v>
                </c:pt>
                <c:pt idx="148">
                  <c:v>2017-11</c:v>
                </c:pt>
                <c:pt idx="149">
                  <c:v>2017-11</c:v>
                </c:pt>
                <c:pt idx="150">
                  <c:v>2017-11</c:v>
                </c:pt>
                <c:pt idx="151">
                  <c:v>2017-11</c:v>
                </c:pt>
                <c:pt idx="152">
                  <c:v>2017-11</c:v>
                </c:pt>
                <c:pt idx="153">
                  <c:v>2017-12</c:v>
                </c:pt>
                <c:pt idx="154">
                  <c:v>2017-12</c:v>
                </c:pt>
                <c:pt idx="155">
                  <c:v>2017-12</c:v>
                </c:pt>
                <c:pt idx="156">
                  <c:v>2017-12</c:v>
                </c:pt>
                <c:pt idx="157">
                  <c:v>2018-01</c:v>
                </c:pt>
                <c:pt idx="158">
                  <c:v>2018-01</c:v>
                </c:pt>
                <c:pt idx="159">
                  <c:v>2018-01</c:v>
                </c:pt>
                <c:pt idx="160">
                  <c:v>2018-01</c:v>
                </c:pt>
                <c:pt idx="161">
                  <c:v>2018-02</c:v>
                </c:pt>
                <c:pt idx="162">
                  <c:v>2018-02</c:v>
                </c:pt>
                <c:pt idx="163">
                  <c:v>2018-02</c:v>
                </c:pt>
                <c:pt idx="164">
                  <c:v>2018-02</c:v>
                </c:pt>
                <c:pt idx="165">
                  <c:v>2018-03</c:v>
                </c:pt>
                <c:pt idx="166">
                  <c:v>2018-03</c:v>
                </c:pt>
                <c:pt idx="167">
                  <c:v>2018-03</c:v>
                </c:pt>
                <c:pt idx="168">
                  <c:v>2018-03</c:v>
                </c:pt>
                <c:pt idx="169">
                  <c:v>2018-03</c:v>
                </c:pt>
                <c:pt idx="170">
                  <c:v>2018-04</c:v>
                </c:pt>
                <c:pt idx="171">
                  <c:v>2018-04</c:v>
                </c:pt>
                <c:pt idx="172">
                  <c:v>2018-04</c:v>
                </c:pt>
                <c:pt idx="173">
                  <c:v>2018-04</c:v>
                </c:pt>
                <c:pt idx="174">
                  <c:v>2018-05</c:v>
                </c:pt>
                <c:pt idx="175">
                  <c:v>2018-05</c:v>
                </c:pt>
                <c:pt idx="176">
                  <c:v>2018-05</c:v>
                </c:pt>
                <c:pt idx="177">
                  <c:v>2018-05</c:v>
                </c:pt>
                <c:pt idx="178">
                  <c:v>2018-05</c:v>
                </c:pt>
                <c:pt idx="179">
                  <c:v>2018-06</c:v>
                </c:pt>
                <c:pt idx="180">
                  <c:v>2018-06</c:v>
                </c:pt>
                <c:pt idx="181">
                  <c:v>2018-06</c:v>
                </c:pt>
                <c:pt idx="182">
                  <c:v>2018-06</c:v>
                </c:pt>
                <c:pt idx="183">
                  <c:v>2018-07</c:v>
                </c:pt>
                <c:pt idx="184">
                  <c:v>2018-07</c:v>
                </c:pt>
                <c:pt idx="185">
                  <c:v>2018-07</c:v>
                </c:pt>
                <c:pt idx="186">
                  <c:v>2018-07</c:v>
                </c:pt>
                <c:pt idx="187">
                  <c:v>2018-08</c:v>
                </c:pt>
                <c:pt idx="188">
                  <c:v>2018-08</c:v>
                </c:pt>
                <c:pt idx="189">
                  <c:v>2018-08</c:v>
                </c:pt>
                <c:pt idx="190">
                  <c:v>2018-08</c:v>
                </c:pt>
                <c:pt idx="191">
                  <c:v>2018-08</c:v>
                </c:pt>
                <c:pt idx="192">
                  <c:v>2018-09</c:v>
                </c:pt>
                <c:pt idx="193">
                  <c:v>2018-09</c:v>
                </c:pt>
                <c:pt idx="194">
                  <c:v>2018-09</c:v>
                </c:pt>
                <c:pt idx="195">
                  <c:v>2018-09</c:v>
                </c:pt>
                <c:pt idx="196">
                  <c:v>2018-10</c:v>
                </c:pt>
                <c:pt idx="197">
                  <c:v>2018-10</c:v>
                </c:pt>
                <c:pt idx="198">
                  <c:v>2018-10</c:v>
                </c:pt>
                <c:pt idx="199">
                  <c:v>2018-10</c:v>
                </c:pt>
                <c:pt idx="200">
                  <c:v>2018-11</c:v>
                </c:pt>
                <c:pt idx="201">
                  <c:v>2018-11</c:v>
                </c:pt>
                <c:pt idx="202">
                  <c:v>2018-11</c:v>
                </c:pt>
                <c:pt idx="203">
                  <c:v>2018-11</c:v>
                </c:pt>
                <c:pt idx="204">
                  <c:v>2018-11</c:v>
                </c:pt>
                <c:pt idx="205">
                  <c:v>2018-12</c:v>
                </c:pt>
                <c:pt idx="206">
                  <c:v>2018-12</c:v>
                </c:pt>
                <c:pt idx="207">
                  <c:v>2018-12</c:v>
                </c:pt>
                <c:pt idx="208">
                  <c:v>2018-12</c:v>
                </c:pt>
                <c:pt idx="209">
                  <c:v>2019-01</c:v>
                </c:pt>
                <c:pt idx="210">
                  <c:v>2019-01</c:v>
                </c:pt>
                <c:pt idx="211">
                  <c:v>2019-01</c:v>
                </c:pt>
                <c:pt idx="212">
                  <c:v>2019-01</c:v>
                </c:pt>
                <c:pt idx="213">
                  <c:v>2019-01</c:v>
                </c:pt>
                <c:pt idx="214">
                  <c:v>2019-02</c:v>
                </c:pt>
                <c:pt idx="215">
                  <c:v>2019-02</c:v>
                </c:pt>
                <c:pt idx="216">
                  <c:v>2019-02</c:v>
                </c:pt>
                <c:pt idx="217">
                  <c:v>2019-02</c:v>
                </c:pt>
                <c:pt idx="218">
                  <c:v>2019-03</c:v>
                </c:pt>
                <c:pt idx="219">
                  <c:v>2019-03</c:v>
                </c:pt>
                <c:pt idx="220">
                  <c:v>2019-03</c:v>
                </c:pt>
                <c:pt idx="221">
                  <c:v>2019-03</c:v>
                </c:pt>
                <c:pt idx="222">
                  <c:v>2019-04</c:v>
                </c:pt>
                <c:pt idx="223">
                  <c:v>2019-04</c:v>
                </c:pt>
                <c:pt idx="224">
                  <c:v>2019-04</c:v>
                </c:pt>
                <c:pt idx="225">
                  <c:v>2019-04</c:v>
                </c:pt>
                <c:pt idx="226">
                  <c:v>2019-05</c:v>
                </c:pt>
                <c:pt idx="227">
                  <c:v>2019-05</c:v>
                </c:pt>
                <c:pt idx="228">
                  <c:v>2019-05</c:v>
                </c:pt>
                <c:pt idx="229">
                  <c:v>2019-05</c:v>
                </c:pt>
                <c:pt idx="230">
                  <c:v>2019-05</c:v>
                </c:pt>
                <c:pt idx="231">
                  <c:v>2019-06</c:v>
                </c:pt>
                <c:pt idx="232">
                  <c:v>2019-06</c:v>
                </c:pt>
                <c:pt idx="233">
                  <c:v>2019-06</c:v>
                </c:pt>
                <c:pt idx="234">
                  <c:v>2019-06</c:v>
                </c:pt>
                <c:pt idx="235">
                  <c:v>2019-07</c:v>
                </c:pt>
                <c:pt idx="236">
                  <c:v>2019-07</c:v>
                </c:pt>
                <c:pt idx="237">
                  <c:v>2019-07</c:v>
                </c:pt>
                <c:pt idx="238">
                  <c:v>2019-07</c:v>
                </c:pt>
                <c:pt idx="239">
                  <c:v>2019-08</c:v>
                </c:pt>
                <c:pt idx="240">
                  <c:v>2019-08</c:v>
                </c:pt>
                <c:pt idx="241">
                  <c:v>2019-08</c:v>
                </c:pt>
                <c:pt idx="242">
                  <c:v>2019-08</c:v>
                </c:pt>
                <c:pt idx="243">
                  <c:v>2019-08</c:v>
                </c:pt>
                <c:pt idx="244">
                  <c:v>2019-09</c:v>
                </c:pt>
                <c:pt idx="245">
                  <c:v>2019-09</c:v>
                </c:pt>
                <c:pt idx="246">
                  <c:v>2019-09</c:v>
                </c:pt>
                <c:pt idx="247">
                  <c:v>2019-09</c:v>
                </c:pt>
                <c:pt idx="248">
                  <c:v>2019-10</c:v>
                </c:pt>
                <c:pt idx="249">
                  <c:v>2019-10</c:v>
                </c:pt>
                <c:pt idx="250">
                  <c:v>2019-10</c:v>
                </c:pt>
                <c:pt idx="251">
                  <c:v>2019-10</c:v>
                </c:pt>
                <c:pt idx="252">
                  <c:v>2019-10</c:v>
                </c:pt>
                <c:pt idx="253">
                  <c:v>2019-11</c:v>
                </c:pt>
                <c:pt idx="254">
                  <c:v>2019-11</c:v>
                </c:pt>
                <c:pt idx="255">
                  <c:v>2019-11</c:v>
                </c:pt>
                <c:pt idx="256">
                  <c:v>2019-11</c:v>
                </c:pt>
                <c:pt idx="257">
                  <c:v>2019-12</c:v>
                </c:pt>
                <c:pt idx="258">
                  <c:v>2019-12</c:v>
                </c:pt>
                <c:pt idx="259">
                  <c:v>2019-12</c:v>
                </c:pt>
                <c:pt idx="260">
                  <c:v>2019-12</c:v>
                </c:pt>
                <c:pt idx="261">
                  <c:v>2020-01</c:v>
                </c:pt>
                <c:pt idx="262">
                  <c:v>2020-01</c:v>
                </c:pt>
                <c:pt idx="263">
                  <c:v>2020-01</c:v>
                </c:pt>
                <c:pt idx="264">
                  <c:v>2020-01</c:v>
                </c:pt>
                <c:pt idx="265">
                  <c:v>2020-01</c:v>
                </c:pt>
                <c:pt idx="266">
                  <c:v>2020-02</c:v>
                </c:pt>
                <c:pt idx="267">
                  <c:v>2020-02</c:v>
                </c:pt>
                <c:pt idx="268">
                  <c:v>2020-02</c:v>
                </c:pt>
                <c:pt idx="269">
                  <c:v>2020-02</c:v>
                </c:pt>
                <c:pt idx="270">
                  <c:v>2020-03</c:v>
                </c:pt>
                <c:pt idx="271">
                  <c:v>2020-03</c:v>
                </c:pt>
                <c:pt idx="272">
                  <c:v>2020-03</c:v>
                </c:pt>
                <c:pt idx="273">
                  <c:v>2020-03</c:v>
                </c:pt>
                <c:pt idx="274">
                  <c:v>2020-04</c:v>
                </c:pt>
                <c:pt idx="275">
                  <c:v>2020-04</c:v>
                </c:pt>
                <c:pt idx="276">
                  <c:v>2020-04</c:v>
                </c:pt>
                <c:pt idx="277">
                  <c:v>2020-04</c:v>
                </c:pt>
                <c:pt idx="278">
                  <c:v>2020-04</c:v>
                </c:pt>
                <c:pt idx="279">
                  <c:v>2020-05</c:v>
                </c:pt>
                <c:pt idx="280">
                  <c:v>2020-05</c:v>
                </c:pt>
                <c:pt idx="281">
                  <c:v>2020-05</c:v>
                </c:pt>
                <c:pt idx="282">
                  <c:v>2020-05</c:v>
                </c:pt>
                <c:pt idx="283">
                  <c:v>2020-06</c:v>
                </c:pt>
                <c:pt idx="284">
                  <c:v>2020-06</c:v>
                </c:pt>
                <c:pt idx="285">
                  <c:v>2020-06</c:v>
                </c:pt>
                <c:pt idx="286">
                  <c:v>2020-06</c:v>
                </c:pt>
                <c:pt idx="287">
                  <c:v>2020-07</c:v>
                </c:pt>
                <c:pt idx="288">
                  <c:v>2020-07</c:v>
                </c:pt>
                <c:pt idx="289">
                  <c:v>2020-07</c:v>
                </c:pt>
                <c:pt idx="290">
                  <c:v>2020-07</c:v>
                </c:pt>
                <c:pt idx="291">
                  <c:v>2020-07</c:v>
                </c:pt>
                <c:pt idx="292">
                  <c:v>2020-08</c:v>
                </c:pt>
                <c:pt idx="293">
                  <c:v>2020-08</c:v>
                </c:pt>
                <c:pt idx="294">
                  <c:v>2020-08</c:v>
                </c:pt>
                <c:pt idx="295">
                  <c:v>2020-08</c:v>
                </c:pt>
                <c:pt idx="296">
                  <c:v>2020-09</c:v>
                </c:pt>
                <c:pt idx="297">
                  <c:v>2020-09</c:v>
                </c:pt>
                <c:pt idx="298">
                  <c:v>2020-09</c:v>
                </c:pt>
                <c:pt idx="299">
                  <c:v>2020-09</c:v>
                </c:pt>
                <c:pt idx="300">
                  <c:v>2020-10</c:v>
                </c:pt>
                <c:pt idx="301">
                  <c:v>2020-10</c:v>
                </c:pt>
                <c:pt idx="302">
                  <c:v>2020-10</c:v>
                </c:pt>
                <c:pt idx="303">
                  <c:v>2020-10</c:v>
                </c:pt>
                <c:pt idx="304">
                  <c:v>2020-10</c:v>
                </c:pt>
                <c:pt idx="305">
                  <c:v>2020-11</c:v>
                </c:pt>
                <c:pt idx="306">
                  <c:v>2020-11</c:v>
                </c:pt>
                <c:pt idx="307">
                  <c:v>2020-11</c:v>
                </c:pt>
                <c:pt idx="308">
                  <c:v>2020-11</c:v>
                </c:pt>
                <c:pt idx="309">
                  <c:v>2020-12</c:v>
                </c:pt>
                <c:pt idx="310">
                  <c:v>2020-12</c:v>
                </c:pt>
                <c:pt idx="311">
                  <c:v>2020-12</c:v>
                </c:pt>
                <c:pt idx="312">
                  <c:v>2020-12</c:v>
                </c:pt>
                <c:pt idx="313">
                  <c:v>2020-12</c:v>
                </c:pt>
                <c:pt idx="314">
                  <c:v>2021-01</c:v>
                </c:pt>
                <c:pt idx="315">
                  <c:v>2021-01</c:v>
                </c:pt>
                <c:pt idx="316">
                  <c:v>2021-01</c:v>
                </c:pt>
                <c:pt idx="317">
                  <c:v>2021-01</c:v>
                </c:pt>
                <c:pt idx="318">
                  <c:v>2021-02</c:v>
                </c:pt>
                <c:pt idx="319">
                  <c:v>2021-02</c:v>
                </c:pt>
                <c:pt idx="320">
                  <c:v>2021-02</c:v>
                </c:pt>
                <c:pt idx="321">
                  <c:v>2021-02</c:v>
                </c:pt>
                <c:pt idx="322">
                  <c:v>2021-03</c:v>
                </c:pt>
                <c:pt idx="323">
                  <c:v>2021-03</c:v>
                </c:pt>
                <c:pt idx="324">
                  <c:v>2021-03</c:v>
                </c:pt>
                <c:pt idx="325">
                  <c:v>2021-03</c:v>
                </c:pt>
                <c:pt idx="326">
                  <c:v>2021-04</c:v>
                </c:pt>
                <c:pt idx="327">
                  <c:v>2021-04</c:v>
                </c:pt>
                <c:pt idx="328">
                  <c:v>2021-04</c:v>
                </c:pt>
                <c:pt idx="329">
                  <c:v>2021-04</c:v>
                </c:pt>
                <c:pt idx="330">
                  <c:v>2021-04</c:v>
                </c:pt>
                <c:pt idx="331">
                  <c:v>2021-05</c:v>
                </c:pt>
                <c:pt idx="332">
                  <c:v>2021-05</c:v>
                </c:pt>
                <c:pt idx="333">
                  <c:v>2021-05</c:v>
                </c:pt>
                <c:pt idx="334">
                  <c:v>2021-05</c:v>
                </c:pt>
                <c:pt idx="335">
                  <c:v>2021-06</c:v>
                </c:pt>
                <c:pt idx="336">
                  <c:v>2021-06</c:v>
                </c:pt>
                <c:pt idx="337">
                  <c:v>2021-06</c:v>
                </c:pt>
                <c:pt idx="338">
                  <c:v>2021-06</c:v>
                </c:pt>
                <c:pt idx="339">
                  <c:v>2021-07</c:v>
                </c:pt>
                <c:pt idx="340">
                  <c:v>2021-07</c:v>
                </c:pt>
                <c:pt idx="341">
                  <c:v>2021-07</c:v>
                </c:pt>
                <c:pt idx="342">
                  <c:v>2021-07</c:v>
                </c:pt>
                <c:pt idx="343">
                  <c:v>2021-07</c:v>
                </c:pt>
                <c:pt idx="344">
                  <c:v>2021-08</c:v>
                </c:pt>
                <c:pt idx="345">
                  <c:v>2021-08</c:v>
                </c:pt>
                <c:pt idx="346">
                  <c:v>2021-08</c:v>
                </c:pt>
                <c:pt idx="347">
                  <c:v>2021-08</c:v>
                </c:pt>
                <c:pt idx="348">
                  <c:v>2021-09</c:v>
                </c:pt>
                <c:pt idx="349">
                  <c:v>2021-09</c:v>
                </c:pt>
                <c:pt idx="350">
                  <c:v>2021-09</c:v>
                </c:pt>
                <c:pt idx="351">
                  <c:v>2021-09</c:v>
                </c:pt>
                <c:pt idx="352">
                  <c:v>2021-09</c:v>
                </c:pt>
                <c:pt idx="353">
                  <c:v>2021-10</c:v>
                </c:pt>
                <c:pt idx="354">
                  <c:v>2021-10</c:v>
                </c:pt>
                <c:pt idx="355">
                  <c:v>2021-10</c:v>
                </c:pt>
                <c:pt idx="356">
                  <c:v>2021-10</c:v>
                </c:pt>
                <c:pt idx="357">
                  <c:v>2021-11</c:v>
                </c:pt>
                <c:pt idx="358">
                  <c:v>2021-11</c:v>
                </c:pt>
                <c:pt idx="359">
                  <c:v>2021-11</c:v>
                </c:pt>
                <c:pt idx="360">
                  <c:v>2021-11</c:v>
                </c:pt>
                <c:pt idx="361">
                  <c:v>2021-12</c:v>
                </c:pt>
                <c:pt idx="362">
                  <c:v>2021-12</c:v>
                </c:pt>
                <c:pt idx="363">
                  <c:v>2021-12</c:v>
                </c:pt>
                <c:pt idx="364">
                  <c:v>2021-12</c:v>
                </c:pt>
                <c:pt idx="365">
                  <c:v>2021-12</c:v>
                </c:pt>
                <c:pt idx="366">
                  <c:v>2022-01</c:v>
                </c:pt>
                <c:pt idx="367">
                  <c:v>2022-01</c:v>
                </c:pt>
                <c:pt idx="368">
                  <c:v>2022-01</c:v>
                </c:pt>
                <c:pt idx="369">
                  <c:v>2022-01</c:v>
                </c:pt>
                <c:pt idx="370">
                  <c:v>2022-02</c:v>
                </c:pt>
                <c:pt idx="371">
                  <c:v>2022-02</c:v>
                </c:pt>
                <c:pt idx="372">
                  <c:v>2022-02</c:v>
                </c:pt>
                <c:pt idx="373">
                  <c:v>2022-02</c:v>
                </c:pt>
                <c:pt idx="374">
                  <c:v>2022-03</c:v>
                </c:pt>
                <c:pt idx="375">
                  <c:v>2022-03</c:v>
                </c:pt>
                <c:pt idx="376">
                  <c:v>2022-03</c:v>
                </c:pt>
                <c:pt idx="377">
                  <c:v>2022-03</c:v>
                </c:pt>
                <c:pt idx="378">
                  <c:v>2022-03</c:v>
                </c:pt>
                <c:pt idx="379">
                  <c:v>2022-04</c:v>
                </c:pt>
                <c:pt idx="380">
                  <c:v>2022-04</c:v>
                </c:pt>
                <c:pt idx="381">
                  <c:v>2022-04</c:v>
                </c:pt>
                <c:pt idx="382">
                  <c:v>2022-04</c:v>
                </c:pt>
                <c:pt idx="383">
                  <c:v>2022-05</c:v>
                </c:pt>
                <c:pt idx="384">
                  <c:v>2022-05</c:v>
                </c:pt>
                <c:pt idx="385">
                  <c:v>2022-05</c:v>
                </c:pt>
                <c:pt idx="386">
                  <c:v>2022-05</c:v>
                </c:pt>
                <c:pt idx="387">
                  <c:v>2022-06</c:v>
                </c:pt>
                <c:pt idx="388">
                  <c:v>2022-06</c:v>
                </c:pt>
                <c:pt idx="389">
                  <c:v>2022-06</c:v>
                </c:pt>
                <c:pt idx="390">
                  <c:v>2022-06</c:v>
                </c:pt>
                <c:pt idx="391">
                  <c:v>2022-06</c:v>
                </c:pt>
                <c:pt idx="392">
                  <c:v>2022-07</c:v>
                </c:pt>
                <c:pt idx="393">
                  <c:v>2022-07</c:v>
                </c:pt>
                <c:pt idx="394">
                  <c:v>2022-07</c:v>
                </c:pt>
                <c:pt idx="395">
                  <c:v>2022-07</c:v>
                </c:pt>
                <c:pt idx="396">
                  <c:v>2022-08</c:v>
                </c:pt>
                <c:pt idx="397">
                  <c:v>2022-08</c:v>
                </c:pt>
                <c:pt idx="398">
                  <c:v>2022-08</c:v>
                </c:pt>
                <c:pt idx="399">
                  <c:v>2022-08</c:v>
                </c:pt>
                <c:pt idx="400">
                  <c:v>2022-09</c:v>
                </c:pt>
                <c:pt idx="401">
                  <c:v>2022-09</c:v>
                </c:pt>
                <c:pt idx="402">
                  <c:v>2022-09</c:v>
                </c:pt>
                <c:pt idx="403">
                  <c:v>2022-09</c:v>
                </c:pt>
                <c:pt idx="404">
                  <c:v>2022-09</c:v>
                </c:pt>
                <c:pt idx="405">
                  <c:v>2022-10</c:v>
                </c:pt>
                <c:pt idx="406">
                  <c:v>2022-10</c:v>
                </c:pt>
                <c:pt idx="407">
                  <c:v>2022-10</c:v>
                </c:pt>
                <c:pt idx="408">
                  <c:v>2022-10</c:v>
                </c:pt>
                <c:pt idx="409">
                  <c:v>2022-11</c:v>
                </c:pt>
                <c:pt idx="410">
                  <c:v>2022-11</c:v>
                </c:pt>
                <c:pt idx="411">
                  <c:v>2022-11</c:v>
                </c:pt>
                <c:pt idx="412">
                  <c:v>2022-11</c:v>
                </c:pt>
                <c:pt idx="413">
                  <c:v>2022-12</c:v>
                </c:pt>
                <c:pt idx="414">
                  <c:v>2022-12</c:v>
                </c:pt>
                <c:pt idx="415">
                  <c:v>2022-12</c:v>
                </c:pt>
                <c:pt idx="416">
                  <c:v>2022-12</c:v>
                </c:pt>
                <c:pt idx="417">
                  <c:v>2022-12</c:v>
                </c:pt>
                <c:pt idx="418">
                  <c:v>2023-01</c:v>
                </c:pt>
                <c:pt idx="419">
                  <c:v>2023-01</c:v>
                </c:pt>
                <c:pt idx="420">
                  <c:v>2023-01</c:v>
                </c:pt>
                <c:pt idx="421">
                  <c:v>2023-01</c:v>
                </c:pt>
                <c:pt idx="422">
                  <c:v>2023-02</c:v>
                </c:pt>
                <c:pt idx="423">
                  <c:v>2023-02</c:v>
                </c:pt>
                <c:pt idx="424">
                  <c:v>2023-02</c:v>
                </c:pt>
                <c:pt idx="425">
                  <c:v>2023-02</c:v>
                </c:pt>
                <c:pt idx="426">
                  <c:v>2023-03</c:v>
                </c:pt>
                <c:pt idx="427">
                  <c:v>2023-03</c:v>
                </c:pt>
                <c:pt idx="428">
                  <c:v>2023-03</c:v>
                </c:pt>
                <c:pt idx="429">
                  <c:v>2023-03</c:v>
                </c:pt>
                <c:pt idx="430">
                  <c:v>2023-03</c:v>
                </c:pt>
                <c:pt idx="431">
                  <c:v>2023-04</c:v>
                </c:pt>
                <c:pt idx="432">
                  <c:v>2023-04</c:v>
                </c:pt>
                <c:pt idx="433">
                  <c:v>2023-04</c:v>
                </c:pt>
                <c:pt idx="434">
                  <c:v>2023-04</c:v>
                </c:pt>
                <c:pt idx="435">
                  <c:v>2023-05</c:v>
                </c:pt>
                <c:pt idx="436">
                  <c:v>2023-05</c:v>
                </c:pt>
                <c:pt idx="437">
                  <c:v>2023-05</c:v>
                </c:pt>
                <c:pt idx="438">
                  <c:v>2023-05</c:v>
                </c:pt>
                <c:pt idx="439">
                  <c:v>2023-06</c:v>
                </c:pt>
                <c:pt idx="440">
                  <c:v>2023-06</c:v>
                </c:pt>
                <c:pt idx="441">
                  <c:v>2023-06</c:v>
                </c:pt>
                <c:pt idx="442">
                  <c:v>2023-06</c:v>
                </c:pt>
                <c:pt idx="443">
                  <c:v>2023-06</c:v>
                </c:pt>
                <c:pt idx="444">
                  <c:v>2023-07</c:v>
                </c:pt>
                <c:pt idx="445">
                  <c:v>2023-07</c:v>
                </c:pt>
                <c:pt idx="446">
                  <c:v>2023-07</c:v>
                </c:pt>
                <c:pt idx="447">
                  <c:v>2023-07</c:v>
                </c:pt>
                <c:pt idx="448">
                  <c:v>2023-08</c:v>
                </c:pt>
                <c:pt idx="449">
                  <c:v>2023-08</c:v>
                </c:pt>
                <c:pt idx="450">
                  <c:v>2023-08</c:v>
                </c:pt>
                <c:pt idx="451">
                  <c:v>2023-08</c:v>
                </c:pt>
                <c:pt idx="452">
                  <c:v>2023-08</c:v>
                </c:pt>
                <c:pt idx="453">
                  <c:v>2023-09</c:v>
                </c:pt>
                <c:pt idx="454">
                  <c:v>2023-09</c:v>
                </c:pt>
                <c:pt idx="455">
                  <c:v>2023-09</c:v>
                </c:pt>
                <c:pt idx="456">
                  <c:v>2023-09</c:v>
                </c:pt>
                <c:pt idx="457">
                  <c:v>2023-10</c:v>
                </c:pt>
                <c:pt idx="458">
                  <c:v>2023-10</c:v>
                </c:pt>
                <c:pt idx="459">
                  <c:v>2023-10</c:v>
                </c:pt>
                <c:pt idx="460">
                  <c:v>2023-10</c:v>
                </c:pt>
                <c:pt idx="461">
                  <c:v>2023-11</c:v>
                </c:pt>
                <c:pt idx="462">
                  <c:v>2023-11</c:v>
                </c:pt>
                <c:pt idx="463">
                  <c:v>2023-11</c:v>
                </c:pt>
                <c:pt idx="464">
                  <c:v>2023-11</c:v>
                </c:pt>
                <c:pt idx="465">
                  <c:v>2023-11</c:v>
                </c:pt>
                <c:pt idx="466">
                  <c:v>2023-12</c:v>
                </c:pt>
                <c:pt idx="467">
                  <c:v>2023-12</c:v>
                </c:pt>
                <c:pt idx="468">
                  <c:v>2023-12</c:v>
                </c:pt>
                <c:pt idx="469">
                  <c:v>2023-12</c:v>
                </c:pt>
                <c:pt idx="470">
                  <c:v>2024-01</c:v>
                </c:pt>
                <c:pt idx="471">
                  <c:v>2024-01</c:v>
                </c:pt>
                <c:pt idx="472">
                  <c:v>2024-01</c:v>
                </c:pt>
                <c:pt idx="473">
                  <c:v>2024-01</c:v>
                </c:pt>
                <c:pt idx="474">
                  <c:v>2024-02</c:v>
                </c:pt>
                <c:pt idx="475">
                  <c:v>2024-02</c:v>
                </c:pt>
                <c:pt idx="476">
                  <c:v>2024-02</c:v>
                </c:pt>
                <c:pt idx="477">
                  <c:v>2024-02</c:v>
                </c:pt>
                <c:pt idx="478">
                  <c:v>2024-02</c:v>
                </c:pt>
                <c:pt idx="479">
                  <c:v>2024-03</c:v>
                </c:pt>
                <c:pt idx="480">
                  <c:v>2024-03</c:v>
                </c:pt>
                <c:pt idx="481">
                  <c:v>2024-03</c:v>
                </c:pt>
                <c:pt idx="482">
                  <c:v>2024-03</c:v>
                </c:pt>
                <c:pt idx="483">
                  <c:v>2024-04</c:v>
                </c:pt>
                <c:pt idx="484">
                  <c:v>2024-04</c:v>
                </c:pt>
                <c:pt idx="485">
                  <c:v>2024-04</c:v>
                </c:pt>
                <c:pt idx="486">
                  <c:v>2024-04</c:v>
                </c:pt>
                <c:pt idx="487">
                  <c:v>2024-05</c:v>
                </c:pt>
                <c:pt idx="488">
                  <c:v>2024-05</c:v>
                </c:pt>
                <c:pt idx="489">
                  <c:v>2024-05</c:v>
                </c:pt>
                <c:pt idx="490">
                  <c:v>2024-05</c:v>
                </c:pt>
                <c:pt idx="491">
                  <c:v>2024-05</c:v>
                </c:pt>
                <c:pt idx="492">
                  <c:v>2024-06</c:v>
                </c:pt>
                <c:pt idx="493">
                  <c:v>2024-06</c:v>
                </c:pt>
                <c:pt idx="494">
                  <c:v>2024-06</c:v>
                </c:pt>
                <c:pt idx="495">
                  <c:v>2024-06</c:v>
                </c:pt>
                <c:pt idx="496">
                  <c:v>2024-07</c:v>
                </c:pt>
                <c:pt idx="497">
                  <c:v>2024-07</c:v>
                </c:pt>
                <c:pt idx="498">
                  <c:v>2024-07</c:v>
                </c:pt>
                <c:pt idx="499">
                  <c:v>2024-07</c:v>
                </c:pt>
                <c:pt idx="500">
                  <c:v>2024-08</c:v>
                </c:pt>
                <c:pt idx="501">
                  <c:v>2024-08</c:v>
                </c:pt>
                <c:pt idx="502">
                  <c:v>2024-08</c:v>
                </c:pt>
                <c:pt idx="503">
                  <c:v>2024-08</c:v>
                </c:pt>
                <c:pt idx="504">
                  <c:v>2024-08</c:v>
                </c:pt>
                <c:pt idx="505">
                  <c:v>2024-09</c:v>
                </c:pt>
                <c:pt idx="506">
                  <c:v>2024-09</c:v>
                </c:pt>
                <c:pt idx="507">
                  <c:v>2024-09</c:v>
                </c:pt>
                <c:pt idx="508">
                  <c:v>2024-09</c:v>
                </c:pt>
                <c:pt idx="509">
                  <c:v>2024-10</c:v>
                </c:pt>
                <c:pt idx="510">
                  <c:v>2024-10</c:v>
                </c:pt>
                <c:pt idx="511">
                  <c:v>2024-10</c:v>
                </c:pt>
                <c:pt idx="512">
                  <c:v>2024-10</c:v>
                </c:pt>
                <c:pt idx="513">
                  <c:v>2024-10</c:v>
                </c:pt>
                <c:pt idx="514">
                  <c:v>2024-11</c:v>
                </c:pt>
                <c:pt idx="515">
                  <c:v>2024-11</c:v>
                </c:pt>
                <c:pt idx="516">
                  <c:v>2024-11</c:v>
                </c:pt>
                <c:pt idx="517">
                  <c:v>2024-11</c:v>
                </c:pt>
                <c:pt idx="518">
                  <c:v>2024-12</c:v>
                </c:pt>
                <c:pt idx="519">
                  <c:v>2024-12</c:v>
                </c:pt>
                <c:pt idx="520">
                  <c:v>2024-12</c:v>
                </c:pt>
                <c:pt idx="521">
                  <c:v>2024-12</c:v>
                </c:pt>
                <c:pt idx="522">
                  <c:v>2025-01</c:v>
                </c:pt>
                <c:pt idx="523">
                  <c:v>2025-01</c:v>
                </c:pt>
                <c:pt idx="524">
                  <c:v>2025-01</c:v>
                </c:pt>
                <c:pt idx="525">
                  <c:v>2025-01</c:v>
                </c:pt>
                <c:pt idx="526">
                  <c:v>2025-01</c:v>
                </c:pt>
                <c:pt idx="527">
                  <c:v>2025-02</c:v>
                </c:pt>
                <c:pt idx="528">
                  <c:v>2025-02</c:v>
                </c:pt>
                <c:pt idx="529">
                  <c:v>2025-02</c:v>
                </c:pt>
                <c:pt idx="530">
                  <c:v>2025-02</c:v>
                </c:pt>
                <c:pt idx="531">
                  <c:v>2025-03</c:v>
                </c:pt>
                <c:pt idx="532">
                  <c:v>2025-03</c:v>
                </c:pt>
                <c:pt idx="533">
                  <c:v>2025-03</c:v>
                </c:pt>
                <c:pt idx="534">
                  <c:v>2025-03</c:v>
                </c:pt>
                <c:pt idx="535">
                  <c:v>2025-04</c:v>
                </c:pt>
                <c:pt idx="536">
                  <c:v>2025-04</c:v>
                </c:pt>
                <c:pt idx="537">
                  <c:v>2025-04</c:v>
                </c:pt>
                <c:pt idx="538">
                  <c:v>2025-04</c:v>
                </c:pt>
                <c:pt idx="539">
                  <c:v>2025-05</c:v>
                </c:pt>
                <c:pt idx="540">
                  <c:v>2025-05</c:v>
                </c:pt>
                <c:pt idx="541">
                  <c:v>2025-05</c:v>
                </c:pt>
                <c:pt idx="542">
                  <c:v>2025-05</c:v>
                </c:pt>
                <c:pt idx="543">
                  <c:v>2025-05</c:v>
                </c:pt>
                <c:pt idx="544">
                  <c:v>2025-06</c:v>
                </c:pt>
                <c:pt idx="545">
                  <c:v>2025-06</c:v>
                </c:pt>
                <c:pt idx="546">
                  <c:v>2025-06</c:v>
                </c:pt>
                <c:pt idx="547">
                  <c:v>2025-06</c:v>
                </c:pt>
                <c:pt idx="548">
                  <c:v>2025-07</c:v>
                </c:pt>
                <c:pt idx="549">
                  <c:v>2025-07</c:v>
                </c:pt>
                <c:pt idx="550">
                  <c:v>2025-07</c:v>
                </c:pt>
                <c:pt idx="551">
                  <c:v>2025-07</c:v>
                </c:pt>
                <c:pt idx="552">
                  <c:v>2025-07</c:v>
                </c:pt>
                <c:pt idx="553">
                  <c:v>2025-08</c:v>
                </c:pt>
                <c:pt idx="554">
                  <c:v>2025-08</c:v>
                </c:pt>
                <c:pt idx="555">
                  <c:v>2025-08</c:v>
                </c:pt>
                <c:pt idx="556">
                  <c:v>2025-08</c:v>
                </c:pt>
                <c:pt idx="557">
                  <c:v>2025-09</c:v>
                </c:pt>
                <c:pt idx="558">
                  <c:v>2025-09</c:v>
                </c:pt>
                <c:pt idx="559">
                  <c:v>2025-09</c:v>
                </c:pt>
                <c:pt idx="560">
                  <c:v>2025-09</c:v>
                </c:pt>
                <c:pt idx="561">
                  <c:v>2025-10</c:v>
                </c:pt>
                <c:pt idx="562">
                  <c:v>2025-10</c:v>
                </c:pt>
                <c:pt idx="563">
                  <c:v>2025-10</c:v>
                </c:pt>
                <c:pt idx="564">
                  <c:v>2025-10</c:v>
                </c:pt>
                <c:pt idx="565">
                  <c:v>2025-10</c:v>
                </c:pt>
                <c:pt idx="566">
                  <c:v>2025-11</c:v>
                </c:pt>
                <c:pt idx="567">
                  <c:v>2025-11</c:v>
                </c:pt>
                <c:pt idx="568">
                  <c:v>2025-11</c:v>
                </c:pt>
                <c:pt idx="569">
                  <c:v>2025-11</c:v>
                </c:pt>
                <c:pt idx="570">
                  <c:v>2025-12</c:v>
                </c:pt>
                <c:pt idx="571">
                  <c:v>2025-12</c:v>
                </c:pt>
                <c:pt idx="572">
                  <c:v>2025-12</c:v>
                </c:pt>
                <c:pt idx="573">
                  <c:v>2025-12</c:v>
                </c:pt>
              </c:strCache>
            </c:strRef>
          </c:cat>
          <c:val>
            <c:numRef>
              <c:f>Sheet1!$D$2:$D$575</c:f>
              <c:numCache>
                <c:formatCode>General</c:formatCode>
                <c:ptCount val="574"/>
                <c:pt idx="0">
                  <c:v>0</c:v>
                </c:pt>
                <c:pt idx="1">
                  <c:v>-7.1042093849409516E-2</c:v>
                </c:pt>
                <c:pt idx="2">
                  <c:v>-9.9385800433215654E-2</c:v>
                </c:pt>
                <c:pt idx="3">
                  <c:v>-2.237961168946323E-2</c:v>
                </c:pt>
                <c:pt idx="4">
                  <c:v>-4.216578760137446E-2</c:v>
                </c:pt>
                <c:pt idx="5">
                  <c:v>-1.2489576995538099E-2</c:v>
                </c:pt>
                <c:pt idx="6">
                  <c:v>-5.8229273525358671E-3</c:v>
                </c:pt>
                <c:pt idx="7">
                  <c:v>-3.3864485539978229E-2</c:v>
                </c:pt>
                <c:pt idx="8">
                  <c:v>-5.5955270838183524E-2</c:v>
                </c:pt>
                <c:pt idx="9">
                  <c:v>-3.3913760676824389E-2</c:v>
                </c:pt>
                <c:pt idx="10">
                  <c:v>-8.0438083947537709E-2</c:v>
                </c:pt>
                <c:pt idx="11">
                  <c:v>-6.8897380274068221E-2</c:v>
                </c:pt>
                <c:pt idx="12">
                  <c:v>-3.6096194690571459E-2</c:v>
                </c:pt>
                <c:pt idx="13">
                  <c:v>-1.7924662916052325E-2</c:v>
                </c:pt>
                <c:pt idx="14">
                  <c:v>-1.8437941231603805E-3</c:v>
                </c:pt>
                <c:pt idx="15">
                  <c:v>-1.4346724414742051E-2</c:v>
                </c:pt>
                <c:pt idx="16">
                  <c:v>-8.4605771307161293E-3</c:v>
                </c:pt>
                <c:pt idx="17">
                  <c:v>-2.926712212362681E-2</c:v>
                </c:pt>
                <c:pt idx="18">
                  <c:v>-8.1793289790532242E-2</c:v>
                </c:pt>
                <c:pt idx="19">
                  <c:v>-8.9835644377328716E-2</c:v>
                </c:pt>
                <c:pt idx="20">
                  <c:v>-7.1459011440664133E-2</c:v>
                </c:pt>
                <c:pt idx="21">
                  <c:v>-8.9560053860820998E-2</c:v>
                </c:pt>
                <c:pt idx="22">
                  <c:v>-0.10132166669823028</c:v>
                </c:pt>
                <c:pt idx="23">
                  <c:v>-0.11522733639626792</c:v>
                </c:pt>
                <c:pt idx="24">
                  <c:v>-0.12875538250710061</c:v>
                </c:pt>
                <c:pt idx="25">
                  <c:v>-0.12333749262333371</c:v>
                </c:pt>
                <c:pt idx="26">
                  <c:v>-0.14709633532822053</c:v>
                </c:pt>
                <c:pt idx="27">
                  <c:v>-0.17990217716505341</c:v>
                </c:pt>
                <c:pt idx="28">
                  <c:v>-0.16804933167090852</c:v>
                </c:pt>
                <c:pt idx="29">
                  <c:v>-0.21902840655925049</c:v>
                </c:pt>
                <c:pt idx="30">
                  <c:v>-0.18205958869064509</c:v>
                </c:pt>
                <c:pt idx="31">
                  <c:v>-0.17237869807687445</c:v>
                </c:pt>
                <c:pt idx="32">
                  <c:v>-0.19849076946040412</c:v>
                </c:pt>
                <c:pt idx="33">
                  <c:v>-0.26925030776496517</c:v>
                </c:pt>
                <c:pt idx="34">
                  <c:v>-0.24399780535308047</c:v>
                </c:pt>
                <c:pt idx="35">
                  <c:v>-0.24571910802373476</c:v>
                </c:pt>
                <c:pt idx="36">
                  <c:v>-0.2505849556239621</c:v>
                </c:pt>
                <c:pt idx="37">
                  <c:v>-0.23784977575899924</c:v>
                </c:pt>
                <c:pt idx="38">
                  <c:v>-0.2660044917998633</c:v>
                </c:pt>
                <c:pt idx="39">
                  <c:v>-0.27386300768230221</c:v>
                </c:pt>
                <c:pt idx="40">
                  <c:v>-0.14982300989222475</c:v>
                </c:pt>
                <c:pt idx="41">
                  <c:v>-0.17566104422437323</c:v>
                </c:pt>
                <c:pt idx="42">
                  <c:v>-0.1822092951171248</c:v>
                </c:pt>
                <c:pt idx="43">
                  <c:v>-0.19752797484364726</c:v>
                </c:pt>
                <c:pt idx="44">
                  <c:v>-0.15691360844758262</c:v>
                </c:pt>
                <c:pt idx="45">
                  <c:v>-0.22251302067161116</c:v>
                </c:pt>
                <c:pt idx="46">
                  <c:v>-0.19056369905688442</c:v>
                </c:pt>
                <c:pt idx="47">
                  <c:v>-0.20291756267422434</c:v>
                </c:pt>
                <c:pt idx="48">
                  <c:v>-0.22450406169398684</c:v>
                </c:pt>
                <c:pt idx="49">
                  <c:v>-0.25679085393854961</c:v>
                </c:pt>
                <c:pt idx="50">
                  <c:v>-0.28521579306036937</c:v>
                </c:pt>
                <c:pt idx="51">
                  <c:v>-0.23820327150577403</c:v>
                </c:pt>
                <c:pt idx="52">
                  <c:v>-0.2597665271127596</c:v>
                </c:pt>
                <c:pt idx="53">
                  <c:v>-0.31562369424341741</c:v>
                </c:pt>
                <c:pt idx="54">
                  <c:v>-0.33126869940335457</c:v>
                </c:pt>
                <c:pt idx="55">
                  <c:v>-0.35096622292168678</c:v>
                </c:pt>
                <c:pt idx="56">
                  <c:v>-0.27854242884798541</c:v>
                </c:pt>
                <c:pt idx="57">
                  <c:v>-0.27980781901152418</c:v>
                </c:pt>
                <c:pt idx="58">
                  <c:v>-0.3524628768745659</c:v>
                </c:pt>
                <c:pt idx="59">
                  <c:v>-0.29707908928754168</c:v>
                </c:pt>
                <c:pt idx="60">
                  <c:v>-0.31725492488633733</c:v>
                </c:pt>
                <c:pt idx="61">
                  <c:v>-0.23858273917923634</c:v>
                </c:pt>
                <c:pt idx="62">
                  <c:v>-0.21434607854684684</c:v>
                </c:pt>
                <c:pt idx="63">
                  <c:v>-0.17681401703246191</c:v>
                </c:pt>
                <c:pt idx="64">
                  <c:v>-0.20797798451943683</c:v>
                </c:pt>
                <c:pt idx="65">
                  <c:v>-0.20408390087362627</c:v>
                </c:pt>
                <c:pt idx="66">
                  <c:v>-0.2246000119896836</c:v>
                </c:pt>
                <c:pt idx="67">
                  <c:v>-0.16367081643727432</c:v>
                </c:pt>
                <c:pt idx="68">
                  <c:v>-0.13476050544421603</c:v>
                </c:pt>
                <c:pt idx="69">
                  <c:v>-0.13728900196668581</c:v>
                </c:pt>
                <c:pt idx="70">
                  <c:v>-0.17317196938801604</c:v>
                </c:pt>
                <c:pt idx="71">
                  <c:v>-0.15191529499847456</c:v>
                </c:pt>
                <c:pt idx="72">
                  <c:v>-0.14518511416343549</c:v>
                </c:pt>
                <c:pt idx="73">
                  <c:v>-0.11703504674877796</c:v>
                </c:pt>
                <c:pt idx="74">
                  <c:v>-0.11232812574281703</c:v>
                </c:pt>
                <c:pt idx="75">
                  <c:v>-0.11836139709442872</c:v>
                </c:pt>
                <c:pt idx="76">
                  <c:v>-0.14761816755884083</c:v>
                </c:pt>
                <c:pt idx="77">
                  <c:v>-0.10780624857818277</c:v>
                </c:pt>
                <c:pt idx="78">
                  <c:v>-0.10709355187289427</c:v>
                </c:pt>
                <c:pt idx="79">
                  <c:v>-0.11504903155075541</c:v>
                </c:pt>
                <c:pt idx="80">
                  <c:v>-8.3920062410450025E-2</c:v>
                </c:pt>
                <c:pt idx="81">
                  <c:v>-9.0585962451605551E-2</c:v>
                </c:pt>
                <c:pt idx="82">
                  <c:v>-0.11788769463570836</c:v>
                </c:pt>
                <c:pt idx="83">
                  <c:v>-0.10247401227716657</c:v>
                </c:pt>
                <c:pt idx="84">
                  <c:v>-7.5130952397809647E-2</c:v>
                </c:pt>
                <c:pt idx="85">
                  <c:v>-6.1749025376337641E-2</c:v>
                </c:pt>
                <c:pt idx="86">
                  <c:v>-8.3493198306396899E-2</c:v>
                </c:pt>
                <c:pt idx="87">
                  <c:v>-9.1116487882286545E-2</c:v>
                </c:pt>
                <c:pt idx="88">
                  <c:v>-6.1936481137190968E-2</c:v>
                </c:pt>
                <c:pt idx="89">
                  <c:v>-0.11302468168704505</c:v>
                </c:pt>
                <c:pt idx="90">
                  <c:v>-9.3104031824265632E-2</c:v>
                </c:pt>
                <c:pt idx="91">
                  <c:v>-5.3648223949094631E-2</c:v>
                </c:pt>
                <c:pt idx="92">
                  <c:v>-3.7024498722953658E-2</c:v>
                </c:pt>
                <c:pt idx="93">
                  <c:v>-3.2152713463940552E-2</c:v>
                </c:pt>
                <c:pt idx="94">
                  <c:v>-1.2849656664024378E-2</c:v>
                </c:pt>
                <c:pt idx="95">
                  <c:v>-1.2282130048719142E-2</c:v>
                </c:pt>
                <c:pt idx="96">
                  <c:v>-6.5500114537390686E-2</c:v>
                </c:pt>
                <c:pt idx="97">
                  <c:v>-4.7706669811991231E-2</c:v>
                </c:pt>
                <c:pt idx="98">
                  <c:v>-3.2735763845746058E-2</c:v>
                </c:pt>
                <c:pt idx="99">
                  <c:v>-6.6060704933366132E-3</c:v>
                </c:pt>
                <c:pt idx="100">
                  <c:v>0</c:v>
                </c:pt>
                <c:pt idx="101">
                  <c:v>-1.6338911920499744E-2</c:v>
                </c:pt>
                <c:pt idx="102">
                  <c:v>-1.8257888709733883E-2</c:v>
                </c:pt>
                <c:pt idx="103">
                  <c:v>-1.2793311711099875E-2</c:v>
                </c:pt>
                <c:pt idx="104">
                  <c:v>-2.2816229400516086E-2</c:v>
                </c:pt>
                <c:pt idx="105">
                  <c:v>-2.2934829386214495E-2</c:v>
                </c:pt>
                <c:pt idx="106">
                  <c:v>-7.4385488072381989E-2</c:v>
                </c:pt>
                <c:pt idx="107">
                  <c:v>-7.8001428308927978E-2</c:v>
                </c:pt>
                <c:pt idx="108">
                  <c:v>-8.420097984251218E-2</c:v>
                </c:pt>
                <c:pt idx="109">
                  <c:v>-9.9607008607249581E-2</c:v>
                </c:pt>
                <c:pt idx="110">
                  <c:v>-0.10851022627321627</c:v>
                </c:pt>
                <c:pt idx="111">
                  <c:v>-8.6689107413434274E-2</c:v>
                </c:pt>
                <c:pt idx="112">
                  <c:v>-9.7674414890583927E-2</c:v>
                </c:pt>
                <c:pt idx="113">
                  <c:v>-0.10334584082838383</c:v>
                </c:pt>
                <c:pt idx="114">
                  <c:v>-9.4371760885572642E-2</c:v>
                </c:pt>
                <c:pt idx="115">
                  <c:v>-8.3887016586486562E-2</c:v>
                </c:pt>
                <c:pt idx="116">
                  <c:v>-9.9222895661211119E-2</c:v>
                </c:pt>
                <c:pt idx="117">
                  <c:v>-9.6812717903987822E-2</c:v>
                </c:pt>
                <c:pt idx="118">
                  <c:v>-8.1020933631913872E-2</c:v>
                </c:pt>
                <c:pt idx="119">
                  <c:v>-9.7568617901940158E-2</c:v>
                </c:pt>
                <c:pt idx="120">
                  <c:v>-0.10668554746549053</c:v>
                </c:pt>
                <c:pt idx="121">
                  <c:v>-0.11058821523876217</c:v>
                </c:pt>
                <c:pt idx="122">
                  <c:v>-0.14084291546985594</c:v>
                </c:pt>
                <c:pt idx="123">
                  <c:v>-0.1149057211180482</c:v>
                </c:pt>
                <c:pt idx="124">
                  <c:v>-0.13470923876794128</c:v>
                </c:pt>
                <c:pt idx="125">
                  <c:v>-0.1456912741066676</c:v>
                </c:pt>
                <c:pt idx="126">
                  <c:v>-0.15163825250251139</c:v>
                </c:pt>
                <c:pt idx="127">
                  <c:v>-0.17790957271237595</c:v>
                </c:pt>
                <c:pt idx="128">
                  <c:v>-0.20573263483524551</c:v>
                </c:pt>
                <c:pt idx="129">
                  <c:v>-0.21867589973905177</c:v>
                </c:pt>
                <c:pt idx="130">
                  <c:v>-0.20410988837814836</c:v>
                </c:pt>
                <c:pt idx="131">
                  <c:v>-0.22243988702236273</c:v>
                </c:pt>
                <c:pt idx="132">
                  <c:v>-0.21603217649936024</c:v>
                </c:pt>
                <c:pt idx="133">
                  <c:v>-0.19630849978214693</c:v>
                </c:pt>
                <c:pt idx="134">
                  <c:v>-0.17924403622404528</c:v>
                </c:pt>
                <c:pt idx="135">
                  <c:v>-0.17705281020520591</c:v>
                </c:pt>
                <c:pt idx="136">
                  <c:v>-0.18015969178205937</c:v>
                </c:pt>
                <c:pt idx="137">
                  <c:v>-0.2053473540224009</c:v>
                </c:pt>
                <c:pt idx="138">
                  <c:v>-0.20709589084985169</c:v>
                </c:pt>
                <c:pt idx="139">
                  <c:v>-0.2038974683315169</c:v>
                </c:pt>
                <c:pt idx="140">
                  <c:v>-0.19069120692506569</c:v>
                </c:pt>
                <c:pt idx="141">
                  <c:v>-0.16269091145263392</c:v>
                </c:pt>
                <c:pt idx="142">
                  <c:v>-0.12805635258022763</c:v>
                </c:pt>
                <c:pt idx="143">
                  <c:v>-0.12281457581692057</c:v>
                </c:pt>
                <c:pt idx="144">
                  <c:v>-0.13059712740572227</c:v>
                </c:pt>
                <c:pt idx="145">
                  <c:v>-0.15736004054771391</c:v>
                </c:pt>
                <c:pt idx="146">
                  <c:v>-0.1536254772319614</c:v>
                </c:pt>
                <c:pt idx="147">
                  <c:v>-0.15555843110596379</c:v>
                </c:pt>
                <c:pt idx="148">
                  <c:v>-0.10645654053531328</c:v>
                </c:pt>
                <c:pt idx="149">
                  <c:v>-8.0060347058107051E-2</c:v>
                </c:pt>
                <c:pt idx="150">
                  <c:v>-0.11927717731523246</c:v>
                </c:pt>
                <c:pt idx="151">
                  <c:v>-0.12478255023318929</c:v>
                </c:pt>
                <c:pt idx="152">
                  <c:v>-0.12808638213422763</c:v>
                </c:pt>
                <c:pt idx="153">
                  <c:v>-0.13175171065485636</c:v>
                </c:pt>
                <c:pt idx="154">
                  <c:v>-0.1565624941912126</c:v>
                </c:pt>
                <c:pt idx="155">
                  <c:v>-0.13554721053342111</c:v>
                </c:pt>
                <c:pt idx="156">
                  <c:v>-0.12041839914642671</c:v>
                </c:pt>
                <c:pt idx="157">
                  <c:v>-8.8138597144783004E-2</c:v>
                </c:pt>
                <c:pt idx="158">
                  <c:v>-9.4181243231994394E-2</c:v>
                </c:pt>
                <c:pt idx="159">
                  <c:v>-0.11052760519274452</c:v>
                </c:pt>
                <c:pt idx="160">
                  <c:v>-0.12098336819559141</c:v>
                </c:pt>
                <c:pt idx="161">
                  <c:v>-0.16307280590835038</c:v>
                </c:pt>
                <c:pt idx="162">
                  <c:v>-0.24022935604081186</c:v>
                </c:pt>
                <c:pt idx="163">
                  <c:v>-0.2301108763058124</c:v>
                </c:pt>
                <c:pt idx="164">
                  <c:v>-0.2157730716703834</c:v>
                </c:pt>
                <c:pt idx="165">
                  <c:v>-0.23252028298837635</c:v>
                </c:pt>
                <c:pt idx="166">
                  <c:v>-0.22792242529184115</c:v>
                </c:pt>
                <c:pt idx="167">
                  <c:v>-0.22429745581085747</c:v>
                </c:pt>
                <c:pt idx="168">
                  <c:v>-0.21531029212268427</c:v>
                </c:pt>
                <c:pt idx="169">
                  <c:v>-0.19880568195109416</c:v>
                </c:pt>
                <c:pt idx="170">
                  <c:v>-0.16189880485487207</c:v>
                </c:pt>
                <c:pt idx="171">
                  <c:v>-0.14826832298793324</c:v>
                </c:pt>
                <c:pt idx="172">
                  <c:v>-0.1140972636009292</c:v>
                </c:pt>
                <c:pt idx="173">
                  <c:v>-0.10030775245439627</c:v>
                </c:pt>
                <c:pt idx="174">
                  <c:v>-0.11648954292984315</c:v>
                </c:pt>
                <c:pt idx="175">
                  <c:v>-8.9503433448546832E-2</c:v>
                </c:pt>
                <c:pt idx="176">
                  <c:v>-5.8700090012223427E-2</c:v>
                </c:pt>
                <c:pt idx="177">
                  <c:v>-8.6125504670995778E-2</c:v>
                </c:pt>
                <c:pt idx="178">
                  <c:v>-9.7508689431805129E-2</c:v>
                </c:pt>
                <c:pt idx="179">
                  <c:v>-0.11301896675225676</c:v>
                </c:pt>
                <c:pt idx="180">
                  <c:v>-0.133920367186941</c:v>
                </c:pt>
                <c:pt idx="181">
                  <c:v>-0.13775694742293543</c:v>
                </c:pt>
                <c:pt idx="182">
                  <c:v>-8.6541361646936044E-2</c:v>
                </c:pt>
                <c:pt idx="183">
                  <c:v>-7.329628643106878E-2</c:v>
                </c:pt>
                <c:pt idx="184">
                  <c:v>-4.6159581647934655E-2</c:v>
                </c:pt>
                <c:pt idx="185">
                  <c:v>-6.4554164234760236E-2</c:v>
                </c:pt>
                <c:pt idx="186">
                  <c:v>-5.9762253356186235E-2</c:v>
                </c:pt>
                <c:pt idx="187">
                  <c:v>-6.9907167796407155E-2</c:v>
                </c:pt>
                <c:pt idx="188">
                  <c:v>-8.5316144773327274E-2</c:v>
                </c:pt>
                <c:pt idx="189">
                  <c:v>-0.11839158954840923</c:v>
                </c:pt>
                <c:pt idx="190">
                  <c:v>-8.7467661787206219E-2</c:v>
                </c:pt>
                <c:pt idx="191">
                  <c:v>-0.10010902257715215</c:v>
                </c:pt>
                <c:pt idx="192">
                  <c:v>-0.1421699559656342</c:v>
                </c:pt>
                <c:pt idx="193">
                  <c:v>-0.15639741395613382</c:v>
                </c:pt>
                <c:pt idx="194">
                  <c:v>-0.15246411220908551</c:v>
                </c:pt>
                <c:pt idx="195">
                  <c:v>-0.12739916102928062</c:v>
                </c:pt>
                <c:pt idx="196">
                  <c:v>-0.12652757052798647</c:v>
                </c:pt>
                <c:pt idx="197">
                  <c:v>-0.2011887833099717</c:v>
                </c:pt>
                <c:pt idx="198">
                  <c:v>-0.2175101619010521</c:v>
                </c:pt>
                <c:pt idx="199">
                  <c:v>-0.23941975318073494</c:v>
                </c:pt>
                <c:pt idx="200">
                  <c:v>-0.22556361441818651</c:v>
                </c:pt>
                <c:pt idx="201">
                  <c:v>-0.21953326597258183</c:v>
                </c:pt>
                <c:pt idx="202">
                  <c:v>-0.25877885936325196</c:v>
                </c:pt>
                <c:pt idx="203">
                  <c:v>-0.26153848980016825</c:v>
                </c:pt>
                <c:pt idx="204">
                  <c:v>-0.30278109477154469</c:v>
                </c:pt>
                <c:pt idx="205">
                  <c:v>-0.30485522151225553</c:v>
                </c:pt>
                <c:pt idx="206">
                  <c:v>-0.30090912209360154</c:v>
                </c:pt>
                <c:pt idx="207">
                  <c:v>-0.35995243775779762</c:v>
                </c:pt>
                <c:pt idx="208">
                  <c:v>-0.35975378889235499</c:v>
                </c:pt>
                <c:pt idx="209">
                  <c:v>-0.3312015703634037</c:v>
                </c:pt>
                <c:pt idx="210">
                  <c:v>-0.28615882842434981</c:v>
                </c:pt>
                <c:pt idx="211">
                  <c:v>-0.27735885860950893</c:v>
                </c:pt>
                <c:pt idx="212">
                  <c:v>-0.29267404695121624</c:v>
                </c:pt>
                <c:pt idx="213">
                  <c:v>-0.28568614253611102</c:v>
                </c:pt>
                <c:pt idx="214">
                  <c:v>-0.29404129251782396</c:v>
                </c:pt>
                <c:pt idx="215">
                  <c:v>-0.2676308185574453</c:v>
                </c:pt>
                <c:pt idx="216">
                  <c:v>-0.24149796838304116</c:v>
                </c:pt>
                <c:pt idx="217">
                  <c:v>-0.23557658877199206</c:v>
                </c:pt>
                <c:pt idx="218">
                  <c:v>-0.25090320219768303</c:v>
                </c:pt>
                <c:pt idx="219">
                  <c:v>-0.24204663261320891</c:v>
                </c:pt>
                <c:pt idx="220">
                  <c:v>-0.2216417918843504</c:v>
                </c:pt>
                <c:pt idx="221">
                  <c:v>-0.24863508490709463</c:v>
                </c:pt>
                <c:pt idx="222">
                  <c:v>-0.24177607200217832</c:v>
                </c:pt>
                <c:pt idx="223">
                  <c:v>-0.19588858446154378</c:v>
                </c:pt>
                <c:pt idx="224">
                  <c:v>-0.17694084955322809</c:v>
                </c:pt>
                <c:pt idx="225">
                  <c:v>-0.18072875860848525</c:v>
                </c:pt>
                <c:pt idx="226">
                  <c:v>-0.24305549076930388</c:v>
                </c:pt>
                <c:pt idx="227">
                  <c:v>-0.22981080029765966</c:v>
                </c:pt>
                <c:pt idx="228">
                  <c:v>-0.23068455456231618</c:v>
                </c:pt>
                <c:pt idx="229">
                  <c:v>-0.27456460538835759</c:v>
                </c:pt>
                <c:pt idx="230">
                  <c:v>-0.26322886652117872</c:v>
                </c:pt>
                <c:pt idx="231">
                  <c:v>-0.29172264736734121</c:v>
                </c:pt>
                <c:pt idx="232">
                  <c:v>-0.28926706042363981</c:v>
                </c:pt>
                <c:pt idx="233">
                  <c:v>-0.27133437305182595</c:v>
                </c:pt>
                <c:pt idx="234">
                  <c:v>-0.29383945648238552</c:v>
                </c:pt>
                <c:pt idx="235">
                  <c:v>-0.28612154340511764</c:v>
                </c:pt>
                <c:pt idx="236">
                  <c:v>-0.26647702219696379</c:v>
                </c:pt>
                <c:pt idx="237">
                  <c:v>-0.2976141136786401</c:v>
                </c:pt>
                <c:pt idx="238">
                  <c:v>-0.31243950502758089</c:v>
                </c:pt>
                <c:pt idx="239">
                  <c:v>-0.31848441273632555</c:v>
                </c:pt>
                <c:pt idx="240">
                  <c:v>-0.33438810321693302</c:v>
                </c:pt>
                <c:pt idx="241">
                  <c:v>-0.35810187101612567</c:v>
                </c:pt>
                <c:pt idx="242">
                  <c:v>-0.34367278013742775</c:v>
                </c:pt>
                <c:pt idx="243">
                  <c:v>-0.3337003812643512</c:v>
                </c:pt>
                <c:pt idx="244">
                  <c:v>-0.32313517448136453</c:v>
                </c:pt>
                <c:pt idx="245">
                  <c:v>-0.29492204575039727</c:v>
                </c:pt>
                <c:pt idx="246">
                  <c:v>-0.25601752018581536</c:v>
                </c:pt>
                <c:pt idx="247">
                  <c:v>-0.26438102147032416</c:v>
                </c:pt>
                <c:pt idx="248">
                  <c:v>-0.31176288154338694</c:v>
                </c:pt>
                <c:pt idx="249">
                  <c:v>-0.33387557481108365</c:v>
                </c:pt>
                <c:pt idx="250">
                  <c:v>-0.32403827453091949</c:v>
                </c:pt>
                <c:pt idx="251">
                  <c:v>-0.32280547736141563</c:v>
                </c:pt>
                <c:pt idx="252">
                  <c:v>-0.33074125335931959</c:v>
                </c:pt>
                <c:pt idx="253">
                  <c:v>-0.27400540608782675</c:v>
                </c:pt>
                <c:pt idx="254">
                  <c:v>-0.27217318447553551</c:v>
                </c:pt>
                <c:pt idx="255">
                  <c:v>-0.26716431216925296</c:v>
                </c:pt>
                <c:pt idx="256">
                  <c:v>-0.26312409328313058</c:v>
                </c:pt>
                <c:pt idx="257">
                  <c:v>-0.27241390461009118</c:v>
                </c:pt>
                <c:pt idx="258">
                  <c:v>-0.22473748242801295</c:v>
                </c:pt>
                <c:pt idx="259">
                  <c:v>-0.19131110679928154</c:v>
                </c:pt>
                <c:pt idx="260">
                  <c:v>-0.18362878102101976</c:v>
                </c:pt>
                <c:pt idx="261">
                  <c:v>-0.19179140116722915</c:v>
                </c:pt>
                <c:pt idx="262">
                  <c:v>-0.17744016943124374</c:v>
                </c:pt>
                <c:pt idx="263">
                  <c:v>-0.19161804876059652</c:v>
                </c:pt>
                <c:pt idx="264">
                  <c:v>-0.20804353067756309</c:v>
                </c:pt>
                <c:pt idx="265">
                  <c:v>-0.23104465540787589</c:v>
                </c:pt>
                <c:pt idx="266">
                  <c:v>-0.23390701483350818</c:v>
                </c:pt>
                <c:pt idx="267">
                  <c:v>-0.23711105746849892</c:v>
                </c:pt>
                <c:pt idx="268">
                  <c:v>-0.21713951517610042</c:v>
                </c:pt>
                <c:pt idx="269">
                  <c:v>-0.32294123670426056</c:v>
                </c:pt>
                <c:pt idx="270">
                  <c:v>-0.34943776981574159</c:v>
                </c:pt>
                <c:pt idx="271">
                  <c:v>-0.65269375451921496</c:v>
                </c:pt>
                <c:pt idx="272">
                  <c:v>-0.73888622459532161</c:v>
                </c:pt>
                <c:pt idx="273">
                  <c:v>-0.67894562163556726</c:v>
                </c:pt>
                <c:pt idx="274">
                  <c:v>-0.60672218304032643</c:v>
                </c:pt>
                <c:pt idx="275">
                  <c:v>-0.59717153557016922</c:v>
                </c:pt>
                <c:pt idx="276">
                  <c:v>-0.63512315976728417</c:v>
                </c:pt>
                <c:pt idx="277">
                  <c:v>-0.58289159052509487</c:v>
                </c:pt>
                <c:pt idx="278">
                  <c:v>-0.51999968342089686</c:v>
                </c:pt>
                <c:pt idx="279">
                  <c:v>-0.53685369561410545</c:v>
                </c:pt>
                <c:pt idx="280">
                  <c:v>-0.54338079502097636</c:v>
                </c:pt>
                <c:pt idx="281">
                  <c:v>-0.48543206358220459</c:v>
                </c:pt>
                <c:pt idx="282">
                  <c:v>-0.49118881961374306</c:v>
                </c:pt>
                <c:pt idx="283">
                  <c:v>-0.45662878309899857</c:v>
                </c:pt>
                <c:pt idx="284">
                  <c:v>-0.499581787472127</c:v>
                </c:pt>
                <c:pt idx="285">
                  <c:v>-0.50474294701624822</c:v>
                </c:pt>
                <c:pt idx="286">
                  <c:v>-0.50919905949911648</c:v>
                </c:pt>
                <c:pt idx="287">
                  <c:v>-0.5027196846738855</c:v>
                </c:pt>
                <c:pt idx="288">
                  <c:v>-0.53530289660744756</c:v>
                </c:pt>
                <c:pt idx="289">
                  <c:v>-0.49947427224415908</c:v>
                </c:pt>
                <c:pt idx="290">
                  <c:v>-0.49117135294973246</c:v>
                </c:pt>
                <c:pt idx="291">
                  <c:v>-0.50096793572720877</c:v>
                </c:pt>
                <c:pt idx="292">
                  <c:v>-0.47088911356874108</c:v>
                </c:pt>
                <c:pt idx="293">
                  <c:v>-0.44955407756296117</c:v>
                </c:pt>
                <c:pt idx="294">
                  <c:v>-0.46212327371050821</c:v>
                </c:pt>
                <c:pt idx="295">
                  <c:v>-0.46893661579752255</c:v>
                </c:pt>
                <c:pt idx="296">
                  <c:v>-0.48027118146875691</c:v>
                </c:pt>
                <c:pt idx="297">
                  <c:v>-0.52033974254409676</c:v>
                </c:pt>
                <c:pt idx="298">
                  <c:v>-0.51309378284965734</c:v>
                </c:pt>
                <c:pt idx="299">
                  <c:v>-0.53946959538421746</c:v>
                </c:pt>
                <c:pt idx="300">
                  <c:v>-0.56903565667984557</c:v>
                </c:pt>
                <c:pt idx="301">
                  <c:v>-0.52179038432883185</c:v>
                </c:pt>
                <c:pt idx="302">
                  <c:v>-0.53089931185388073</c:v>
                </c:pt>
                <c:pt idx="303">
                  <c:v>-0.53551397039623383</c:v>
                </c:pt>
                <c:pt idx="304">
                  <c:v>-0.56920619681812901</c:v>
                </c:pt>
                <c:pt idx="305">
                  <c:v>-0.54925560495996684</c:v>
                </c:pt>
                <c:pt idx="306">
                  <c:v>-0.49546162900839275</c:v>
                </c:pt>
                <c:pt idx="307">
                  <c:v>-0.45309558935310101</c:v>
                </c:pt>
                <c:pt idx="308">
                  <c:v>-0.389668394544608</c:v>
                </c:pt>
                <c:pt idx="309">
                  <c:v>-0.40477440646829477</c:v>
                </c:pt>
                <c:pt idx="310">
                  <c:v>-0.35604330772120019</c:v>
                </c:pt>
                <c:pt idx="311">
                  <c:v>-0.37307773177372494</c:v>
                </c:pt>
                <c:pt idx="312">
                  <c:v>-0.38614517952582561</c:v>
                </c:pt>
                <c:pt idx="313">
                  <c:v>-0.39017318639125831</c:v>
                </c:pt>
                <c:pt idx="314">
                  <c:v>-0.32724078049390226</c:v>
                </c:pt>
                <c:pt idx="315">
                  <c:v>-0.32407619401447429</c:v>
                </c:pt>
                <c:pt idx="316">
                  <c:v>-0.35537915485889393</c:v>
                </c:pt>
                <c:pt idx="317">
                  <c:v>-0.38770004085900123</c:v>
                </c:pt>
                <c:pt idx="318">
                  <c:v>-0.35073415903295213</c:v>
                </c:pt>
                <c:pt idx="319">
                  <c:v>-0.32992518367595258</c:v>
                </c:pt>
                <c:pt idx="320">
                  <c:v>-0.30577787113450572</c:v>
                </c:pt>
                <c:pt idx="321">
                  <c:v>-0.27735736789598187</c:v>
                </c:pt>
                <c:pt idx="322">
                  <c:v>-0.24047678414980334</c:v>
                </c:pt>
                <c:pt idx="323">
                  <c:v>-0.19849190763409796</c:v>
                </c:pt>
                <c:pt idx="324">
                  <c:v>-0.25844492385040285</c:v>
                </c:pt>
                <c:pt idx="325">
                  <c:v>-0.25288796809848002</c:v>
                </c:pt>
                <c:pt idx="326">
                  <c:v>-0.22829661407923008</c:v>
                </c:pt>
                <c:pt idx="327">
                  <c:v>-0.23822303694185631</c:v>
                </c:pt>
                <c:pt idx="328">
                  <c:v>-0.23098868979092058</c:v>
                </c:pt>
                <c:pt idx="329">
                  <c:v>-0.27016902560145861</c:v>
                </c:pt>
                <c:pt idx="330">
                  <c:v>-0.24003386290945505</c:v>
                </c:pt>
                <c:pt idx="331">
                  <c:v>-0.20329010938390513</c:v>
                </c:pt>
                <c:pt idx="332">
                  <c:v>-0.21503091296281218</c:v>
                </c:pt>
                <c:pt idx="333">
                  <c:v>-0.20911161517723886</c:v>
                </c:pt>
                <c:pt idx="334">
                  <c:v>-0.19417308861821514</c:v>
                </c:pt>
                <c:pt idx="335">
                  <c:v>-0.13566793728204629</c:v>
                </c:pt>
                <c:pt idx="336">
                  <c:v>-0.11913346424953375</c:v>
                </c:pt>
                <c:pt idx="337">
                  <c:v>-0.13520705629881746</c:v>
                </c:pt>
                <c:pt idx="338">
                  <c:v>-0.11402815516413645</c:v>
                </c:pt>
                <c:pt idx="339">
                  <c:v>-0.12185091270799198</c:v>
                </c:pt>
                <c:pt idx="340">
                  <c:v>-0.14025098946426084</c:v>
                </c:pt>
                <c:pt idx="341">
                  <c:v>-0.17085547771778953</c:v>
                </c:pt>
                <c:pt idx="342">
                  <c:v>-0.19572359805614858</c:v>
                </c:pt>
                <c:pt idx="343">
                  <c:v>-0.19256385793427466</c:v>
                </c:pt>
                <c:pt idx="344">
                  <c:v>-0.2143541835976005</c:v>
                </c:pt>
                <c:pt idx="345">
                  <c:v>-0.20594569627962278</c:v>
                </c:pt>
                <c:pt idx="346">
                  <c:v>-0.26299253931157884</c:v>
                </c:pt>
                <c:pt idx="347">
                  <c:v>-0.22498307358977365</c:v>
                </c:pt>
                <c:pt idx="348">
                  <c:v>-0.1841155744213212</c:v>
                </c:pt>
                <c:pt idx="349">
                  <c:v>-0.19800666393080057</c:v>
                </c:pt>
                <c:pt idx="350">
                  <c:v>-0.15838379970819383</c:v>
                </c:pt>
                <c:pt idx="351">
                  <c:v>-0.13960538316484583</c:v>
                </c:pt>
                <c:pt idx="352">
                  <c:v>-9.3657388893213067E-2</c:v>
                </c:pt>
                <c:pt idx="353">
                  <c:v>-4.8539278942440922E-2</c:v>
                </c:pt>
                <c:pt idx="354">
                  <c:v>-8.8537098598122643E-3</c:v>
                </c:pt>
                <c:pt idx="355">
                  <c:v>-1.6226656193101485E-2</c:v>
                </c:pt>
                <c:pt idx="356">
                  <c:v>0</c:v>
                </c:pt>
                <c:pt idx="357">
                  <c:v>-1.6178130982324679E-2</c:v>
                </c:pt>
                <c:pt idx="358">
                  <c:v>-2.0576334344907909E-2</c:v>
                </c:pt>
                <c:pt idx="359">
                  <c:v>-2.4943860213744617E-2</c:v>
                </c:pt>
                <c:pt idx="360">
                  <c:v>0</c:v>
                </c:pt>
                <c:pt idx="361">
                  <c:v>-6.8528500140290882E-2</c:v>
                </c:pt>
                <c:pt idx="362">
                  <c:v>-4.431023283924973E-2</c:v>
                </c:pt>
                <c:pt idx="363">
                  <c:v>-7.5285020786437618E-2</c:v>
                </c:pt>
                <c:pt idx="364">
                  <c:v>-5.1572325652622153E-2</c:v>
                </c:pt>
                <c:pt idx="365">
                  <c:v>-4.0074948790210785E-2</c:v>
                </c:pt>
                <c:pt idx="366">
                  <c:v>0</c:v>
                </c:pt>
                <c:pt idx="367">
                  <c:v>0</c:v>
                </c:pt>
                <c:pt idx="368">
                  <c:v>-1.383636381660347E-2</c:v>
                </c:pt>
                <c:pt idx="369">
                  <c:v>-1.3266880422329597E-2</c:v>
                </c:pt>
                <c:pt idx="370">
                  <c:v>-6.1475230000571646E-3</c:v>
                </c:pt>
                <c:pt idx="371">
                  <c:v>-1.564003004397907E-2</c:v>
                </c:pt>
                <c:pt idx="372">
                  <c:v>-2.8661114001719001E-3</c:v>
                </c:pt>
                <c:pt idx="373">
                  <c:v>-1.7407474082384855E-2</c:v>
                </c:pt>
                <c:pt idx="374">
                  <c:v>-1.2957213575565896E-2</c:v>
                </c:pt>
                <c:pt idx="375">
                  <c:v>-1.1952918222969178E-2</c:v>
                </c:pt>
                <c:pt idx="376">
                  <c:v>-2.961557728177977E-2</c:v>
                </c:pt>
                <c:pt idx="377">
                  <c:v>-4.7339674366586593E-3</c:v>
                </c:pt>
                <c:pt idx="378">
                  <c:v>-2.3070895074712383E-2</c:v>
                </c:pt>
                <c:pt idx="379">
                  <c:v>-9.2272740872559877E-3</c:v>
                </c:pt>
                <c:pt idx="380">
                  <c:v>0</c:v>
                </c:pt>
                <c:pt idx="381">
                  <c:v>-2.8740027498980303E-2</c:v>
                </c:pt>
                <c:pt idx="382">
                  <c:v>-9.3221200838501384E-3</c:v>
                </c:pt>
                <c:pt idx="383">
                  <c:v>-1.1141120939949123E-2</c:v>
                </c:pt>
                <c:pt idx="384">
                  <c:v>-7.2479977890901548E-2</c:v>
                </c:pt>
                <c:pt idx="385">
                  <c:v>-1.7675033713685617E-2</c:v>
                </c:pt>
                <c:pt idx="386">
                  <c:v>0</c:v>
                </c:pt>
                <c:pt idx="387">
                  <c:v>-5.4266655881942683E-3</c:v>
                </c:pt>
                <c:pt idx="388">
                  <c:v>-1.2740498769695519E-2</c:v>
                </c:pt>
                <c:pt idx="389">
                  <c:v>-0.14004773044537411</c:v>
                </c:pt>
                <c:pt idx="390">
                  <c:v>-0.23158850475160386</c:v>
                </c:pt>
                <c:pt idx="391">
                  <c:v>-0.18598902967234066</c:v>
                </c:pt>
                <c:pt idx="392">
                  <c:v>-0.21745689287195435</c:v>
                </c:pt>
                <c:pt idx="393">
                  <c:v>-0.26671112138669018</c:v>
                </c:pt>
                <c:pt idx="394">
                  <c:v>-0.22262499900383181</c:v>
                </c:pt>
                <c:pt idx="395">
                  <c:v>-0.1807896469746143</c:v>
                </c:pt>
                <c:pt idx="396">
                  <c:v>-0.23399511298663167</c:v>
                </c:pt>
                <c:pt idx="397">
                  <c:v>-0.17949483811715883</c:v>
                </c:pt>
                <c:pt idx="398">
                  <c:v>-0.16550008863214916</c:v>
                </c:pt>
                <c:pt idx="399">
                  <c:v>-0.13390431251131041</c:v>
                </c:pt>
                <c:pt idx="400">
                  <c:v>-0.18178798569302546</c:v>
                </c:pt>
                <c:pt idx="401">
                  <c:v>-0.19775095058183179</c:v>
                </c:pt>
                <c:pt idx="402">
                  <c:v>-0.16877464450015567</c:v>
                </c:pt>
                <c:pt idx="403">
                  <c:v>-0.20049226204552073</c:v>
                </c:pt>
                <c:pt idx="404">
                  <c:v>-0.2464666862726248</c:v>
                </c:pt>
                <c:pt idx="405">
                  <c:v>-0.15094649130060833</c:v>
                </c:pt>
                <c:pt idx="406">
                  <c:v>-0.15085239550781904</c:v>
                </c:pt>
                <c:pt idx="407">
                  <c:v>-0.13556024678765</c:v>
                </c:pt>
                <c:pt idx="408">
                  <c:v>-0.10083111415016732</c:v>
                </c:pt>
                <c:pt idx="409">
                  <c:v>-7.0499944283368476E-2</c:v>
                </c:pt>
                <c:pt idx="410">
                  <c:v>-7.9432733607821437E-2</c:v>
                </c:pt>
                <c:pt idx="411">
                  <c:v>-8.5244018742316241E-2</c:v>
                </c:pt>
                <c:pt idx="412">
                  <c:v>-8.1569115213851351E-2</c:v>
                </c:pt>
                <c:pt idx="413">
                  <c:v>-0.10292126945684144</c:v>
                </c:pt>
                <c:pt idx="414">
                  <c:v>-0.16376778818672844</c:v>
                </c:pt>
                <c:pt idx="415">
                  <c:v>-0.16118385525554102</c:v>
                </c:pt>
                <c:pt idx="416">
                  <c:v>-0.17108189988464151</c:v>
                </c:pt>
                <c:pt idx="417">
                  <c:v>-0.14629613458638169</c:v>
                </c:pt>
                <c:pt idx="418">
                  <c:v>-0.18929466506336134</c:v>
                </c:pt>
                <c:pt idx="419">
                  <c:v>-0.13902704375754116</c:v>
                </c:pt>
                <c:pt idx="420">
                  <c:v>-0.1129516612408954</c:v>
                </c:pt>
                <c:pt idx="421">
                  <c:v>-0.1018477455565473</c:v>
                </c:pt>
                <c:pt idx="422">
                  <c:v>-0.14977099736428701</c:v>
                </c:pt>
                <c:pt idx="423">
                  <c:v>-0.13102709523538203</c:v>
                </c:pt>
                <c:pt idx="424">
                  <c:v>-0.13063528621987408</c:v>
                </c:pt>
                <c:pt idx="425">
                  <c:v>-0.15600775608576345</c:v>
                </c:pt>
                <c:pt idx="426">
                  <c:v>-0.11712215458133224</c:v>
                </c:pt>
                <c:pt idx="427">
                  <c:v>-0.12544501554225951</c:v>
                </c:pt>
                <c:pt idx="428">
                  <c:v>-0.21852561634012724</c:v>
                </c:pt>
                <c:pt idx="429">
                  <c:v>-0.2105834752203829</c:v>
                </c:pt>
                <c:pt idx="430">
                  <c:v>-0.17615977440144481</c:v>
                </c:pt>
                <c:pt idx="431">
                  <c:v>-0.14375996801329505</c:v>
                </c:pt>
                <c:pt idx="432">
                  <c:v>-0.12121352038824296</c:v>
                </c:pt>
                <c:pt idx="433">
                  <c:v>-0.1389677341361778</c:v>
                </c:pt>
                <c:pt idx="434">
                  <c:v>-0.14864522926189605</c:v>
                </c:pt>
                <c:pt idx="435">
                  <c:v>-0.19815365192419754</c:v>
                </c:pt>
                <c:pt idx="436">
                  <c:v>-0.18734730629767382</c:v>
                </c:pt>
                <c:pt idx="437">
                  <c:v>-0.18462780469168338</c:v>
                </c:pt>
                <c:pt idx="438">
                  <c:v>-0.19068525167468031</c:v>
                </c:pt>
                <c:pt idx="439">
                  <c:v>-0.20427125795133816</c:v>
                </c:pt>
                <c:pt idx="440">
                  <c:v>-0.17682652946657806</c:v>
                </c:pt>
                <c:pt idx="441">
                  <c:v>-0.19115986958578968</c:v>
                </c:pt>
                <c:pt idx="442">
                  <c:v>-0.21819423016845219</c:v>
                </c:pt>
                <c:pt idx="443">
                  <c:v>-0.1990500360037627</c:v>
                </c:pt>
                <c:pt idx="444">
                  <c:v>-0.20714671205517821</c:v>
                </c:pt>
                <c:pt idx="445">
                  <c:v>-0.17315525514572572</c:v>
                </c:pt>
                <c:pt idx="446">
                  <c:v>-0.1770821122228482</c:v>
                </c:pt>
                <c:pt idx="447">
                  <c:v>-0.15787657068722349</c:v>
                </c:pt>
                <c:pt idx="448">
                  <c:v>-0.1378830426467208</c:v>
                </c:pt>
                <c:pt idx="449">
                  <c:v>-0.11200977516599531</c:v>
                </c:pt>
                <c:pt idx="450">
                  <c:v>-0.11242834571645899</c:v>
                </c:pt>
                <c:pt idx="451">
                  <c:v>-0.12604250819243534</c:v>
                </c:pt>
                <c:pt idx="452">
                  <c:v>-8.1030040439984186E-2</c:v>
                </c:pt>
                <c:pt idx="453">
                  <c:v>-6.3153855777234091E-2</c:v>
                </c:pt>
                <c:pt idx="454">
                  <c:v>-5.916568658083432E-2</c:v>
                </c:pt>
                <c:pt idx="455">
                  <c:v>-9.742927417839975E-2</c:v>
                </c:pt>
                <c:pt idx="456">
                  <c:v>-5.8455058031284257E-2</c:v>
                </c:pt>
                <c:pt idx="457">
                  <c:v>-0.11994807216569314</c:v>
                </c:pt>
                <c:pt idx="458">
                  <c:v>-6.823967222636762E-2</c:v>
                </c:pt>
                <c:pt idx="459">
                  <c:v>-4.9560837727573248E-2</c:v>
                </c:pt>
                <c:pt idx="460">
                  <c:v>-7.9386637806136529E-2</c:v>
                </c:pt>
                <c:pt idx="461">
                  <c:v>-4.8862158524947019E-2</c:v>
                </c:pt>
                <c:pt idx="462">
                  <c:v>-0.10258605670768006</c:v>
                </c:pt>
                <c:pt idx="463">
                  <c:v>-0.10612395219126813</c:v>
                </c:pt>
                <c:pt idx="464">
                  <c:v>-9.5658605267209706E-2</c:v>
                </c:pt>
                <c:pt idx="465">
                  <c:v>-9.2569954120241271E-2</c:v>
                </c:pt>
                <c:pt idx="466">
                  <c:v>-0.1471756550119101</c:v>
                </c:pt>
                <c:pt idx="467">
                  <c:v>-0.12843836627787597</c:v>
                </c:pt>
                <c:pt idx="468">
                  <c:v>-0.13052053596124547</c:v>
                </c:pt>
                <c:pt idx="469">
                  <c:v>-0.13350466187191756</c:v>
                </c:pt>
                <c:pt idx="470">
                  <c:v>-0.1095097982189589</c:v>
                </c:pt>
                <c:pt idx="471">
                  <c:v>-0.12128380448031195</c:v>
                </c:pt>
                <c:pt idx="472">
                  <c:v>-0.14944703634891432</c:v>
                </c:pt>
                <c:pt idx="473">
                  <c:v>-0.12257849468592252</c:v>
                </c:pt>
                <c:pt idx="474">
                  <c:v>-0.13518717532226932</c:v>
                </c:pt>
                <c:pt idx="475">
                  <c:v>-0.15250820506913754</c:v>
                </c:pt>
                <c:pt idx="476">
                  <c:v>-0.12115411032193191</c:v>
                </c:pt>
                <c:pt idx="477">
                  <c:v>-8.524452862450882E-2</c:v>
                </c:pt>
                <c:pt idx="478">
                  <c:v>-6.2320822635892559E-2</c:v>
                </c:pt>
                <c:pt idx="479">
                  <c:v>-4.4497612943708575E-2</c:v>
                </c:pt>
                <c:pt idx="480">
                  <c:v>-2.2601089248966866E-2</c:v>
                </c:pt>
                <c:pt idx="481">
                  <c:v>-9.7673997698421999E-3</c:v>
                </c:pt>
                <c:pt idx="482">
                  <c:v>0</c:v>
                </c:pt>
                <c:pt idx="483">
                  <c:v>0</c:v>
                </c:pt>
                <c:pt idx="484">
                  <c:v>-1.8035918395680639E-2</c:v>
                </c:pt>
                <c:pt idx="485">
                  <c:v>-4.1918431102222931E-2</c:v>
                </c:pt>
                <c:pt idx="486">
                  <c:v>-1.9880294407902954E-2</c:v>
                </c:pt>
                <c:pt idx="487">
                  <c:v>-5.1405114452316547E-2</c:v>
                </c:pt>
                <c:pt idx="488">
                  <c:v>-1.7405799461973626E-2</c:v>
                </c:pt>
                <c:pt idx="489">
                  <c:v>-3.4223048692632596E-2</c:v>
                </c:pt>
                <c:pt idx="490">
                  <c:v>-3.33904388062497E-2</c:v>
                </c:pt>
                <c:pt idx="491">
                  <c:v>-2.8545886517174268E-2</c:v>
                </c:pt>
                <c:pt idx="492">
                  <c:v>-5.9879317884646288E-2</c:v>
                </c:pt>
                <c:pt idx="493">
                  <c:v>-9.4475049546618561E-2</c:v>
                </c:pt>
                <c:pt idx="494">
                  <c:v>-8.595722966178132E-2</c:v>
                </c:pt>
                <c:pt idx="495">
                  <c:v>-6.5602327669104454E-2</c:v>
                </c:pt>
                <c:pt idx="496">
                  <c:v>-4.9424080160484496E-2</c:v>
                </c:pt>
                <c:pt idx="497">
                  <c:v>-5.7166632187465427E-2</c:v>
                </c:pt>
                <c:pt idx="498">
                  <c:v>-5.4689548492792395E-2</c:v>
                </c:pt>
                <c:pt idx="499">
                  <c:v>-6.0980808711776247E-2</c:v>
                </c:pt>
                <c:pt idx="500">
                  <c:v>-5.3539567777290298E-2</c:v>
                </c:pt>
                <c:pt idx="501">
                  <c:v>-6.5135978195719701E-2</c:v>
                </c:pt>
                <c:pt idx="502">
                  <c:v>-1.1449084684699184E-2</c:v>
                </c:pt>
                <c:pt idx="503">
                  <c:v>-4.1878175225738445E-2</c:v>
                </c:pt>
                <c:pt idx="504">
                  <c:v>-2.8453143734099573E-2</c:v>
                </c:pt>
                <c:pt idx="505">
                  <c:v>-8.862669860431216E-2</c:v>
                </c:pt>
                <c:pt idx="506">
                  <c:v>-0.10890413611759153</c:v>
                </c:pt>
                <c:pt idx="507">
                  <c:v>-8.2394582911916592E-2</c:v>
                </c:pt>
                <c:pt idx="508">
                  <c:v>-0.11041774990475706</c:v>
                </c:pt>
                <c:pt idx="509">
                  <c:v>-3.8947188238208308E-2</c:v>
                </c:pt>
                <c:pt idx="510">
                  <c:v>0</c:v>
                </c:pt>
                <c:pt idx="511">
                  <c:v>-3.1522048220302357E-2</c:v>
                </c:pt>
                <c:pt idx="512">
                  <c:v>-3.8630705463389314E-2</c:v>
                </c:pt>
                <c:pt idx="513">
                  <c:v>-5.7534928581600031E-2</c:v>
                </c:pt>
                <c:pt idx="514">
                  <c:v>-3.1487861322173849E-2</c:v>
                </c:pt>
                <c:pt idx="515">
                  <c:v>-2.871361196944211E-2</c:v>
                </c:pt>
                <c:pt idx="516">
                  <c:v>-1.1775335370748485E-2</c:v>
                </c:pt>
                <c:pt idx="517">
                  <c:v>-3.5555974133014479E-2</c:v>
                </c:pt>
                <c:pt idx="518">
                  <c:v>-4.804435649367611E-2</c:v>
                </c:pt>
                <c:pt idx="519">
                  <c:v>-7.5259888336233649E-2</c:v>
                </c:pt>
                <c:pt idx="520">
                  <c:v>-0.12055816786685947</c:v>
                </c:pt>
                <c:pt idx="521">
                  <c:v>-9.6624036084419829E-2</c:v>
                </c:pt>
                <c:pt idx="522">
                  <c:v>-6.4518708239919564E-2</c:v>
                </c:pt>
                <c:pt idx="523">
                  <c:v>-3.7166216486531289E-2</c:v>
                </c:pt>
                <c:pt idx="524">
                  <c:v>-6.4218488790421913E-2</c:v>
                </c:pt>
                <c:pt idx="525">
                  <c:v>-5.174195415862326E-2</c:v>
                </c:pt>
                <c:pt idx="526">
                  <c:v>-6.1681887464894447E-2</c:v>
                </c:pt>
                <c:pt idx="527">
                  <c:v>-7.8826389021855681E-2</c:v>
                </c:pt>
                <c:pt idx="528">
                  <c:v>-6.8617991986538618E-2</c:v>
                </c:pt>
                <c:pt idx="529">
                  <c:v>-6.6968294734025768E-2</c:v>
                </c:pt>
                <c:pt idx="530">
                  <c:v>-0.10373781442546237</c:v>
                </c:pt>
                <c:pt idx="531">
                  <c:v>-0.14541073971645957</c:v>
                </c:pt>
                <c:pt idx="532">
                  <c:v>-0.12468770819256025</c:v>
                </c:pt>
                <c:pt idx="533">
                  <c:v>-7.0777556178567846E-2</c:v>
                </c:pt>
                <c:pt idx="534">
                  <c:v>-6.3525070055396204E-2</c:v>
                </c:pt>
                <c:pt idx="535">
                  <c:v>-0.1112261243040078</c:v>
                </c:pt>
                <c:pt idx="536">
                  <c:v>-0.22333568498161471</c:v>
                </c:pt>
                <c:pt idx="537">
                  <c:v>-0.15405520191633404</c:v>
                </c:pt>
                <c:pt idx="538">
                  <c:v>-0.14604594716942332</c:v>
                </c:pt>
                <c:pt idx="539">
                  <c:v>-0.15940812089045109</c:v>
                </c:pt>
                <c:pt idx="540">
                  <c:v>-0.13839113323995367</c:v>
                </c:pt>
                <c:pt idx="541">
                  <c:v>-0.10472729075238285</c:v>
                </c:pt>
                <c:pt idx="542">
                  <c:v>-0.11485877013733048</c:v>
                </c:pt>
                <c:pt idx="543">
                  <c:v>-0.11087783232942072</c:v>
                </c:pt>
                <c:pt idx="544">
                  <c:v>-0.11186951032231873</c:v>
                </c:pt>
                <c:pt idx="545">
                  <c:v>-6.7968220416510072E-2</c:v>
                </c:pt>
                <c:pt idx="546">
                  <c:v>-4.8836031247957989E-2</c:v>
                </c:pt>
                <c:pt idx="547">
                  <c:v>-9.1844725624197432E-2</c:v>
                </c:pt>
                <c:pt idx="548">
                  <c:v>-8.9434302828824253E-2</c:v>
                </c:pt>
                <c:pt idx="549">
                  <c:v>-8.4099397213913463E-2</c:v>
                </c:pt>
                <c:pt idx="550">
                  <c:v>-8.8362800864925539E-2</c:v>
                </c:pt>
                <c:pt idx="551">
                  <c:v>-6.9372458079225541E-2</c:v>
                </c:pt>
                <c:pt idx="552">
                  <c:v>-5.7352151226148895E-2</c:v>
                </c:pt>
                <c:pt idx="553">
                  <c:v>-7.8401856790646485E-2</c:v>
                </c:pt>
                <c:pt idx="554">
                  <c:v>-7.7176595438049E-2</c:v>
                </c:pt>
                <c:pt idx="555">
                  <c:v>-6.8051020194630274E-2</c:v>
                </c:pt>
                <c:pt idx="556">
                  <c:v>-3.6448214761174214E-2</c:v>
                </c:pt>
                <c:pt idx="557">
                  <c:v>-4.3840535469274466E-2</c:v>
                </c:pt>
                <c:pt idx="558">
                  <c:v>-3.4162406993698102E-2</c:v>
                </c:pt>
                <c:pt idx="559">
                  <c:v>-5.0797762904838395E-3</c:v>
                </c:pt>
                <c:pt idx="560">
                  <c:v>0</c:v>
                </c:pt>
                <c:pt idx="561">
                  <c:v>-3.1841785561143698E-2</c:v>
                </c:pt>
                <c:pt idx="562">
                  <c:v>-7.6879311054774968E-3</c:v>
                </c:pt>
                <c:pt idx="563">
                  <c:v>-6.0962847500814488E-2</c:v>
                </c:pt>
                <c:pt idx="564">
                  <c:v>-4.3294200188485732E-2</c:v>
                </c:pt>
                <c:pt idx="565">
                  <c:v>-3.8393500606402564E-2</c:v>
                </c:pt>
                <c:pt idx="566">
                  <c:v>-2.7411704672146042E-2</c:v>
                </c:pt>
                <c:pt idx="567">
                  <c:v>-4.9342948159626365E-3</c:v>
                </c:pt>
                <c:pt idx="568">
                  <c:v>-3.5511673158935553E-3</c:v>
                </c:pt>
                <c:pt idx="569">
                  <c:v>-1.7303643907692345E-2</c:v>
                </c:pt>
                <c:pt idx="570">
                  <c:v>0</c:v>
                </c:pt>
                <c:pt idx="571">
                  <c:v>-3.326597340471138E-2</c:v>
                </c:pt>
                <c:pt idx="572">
                  <c:v>-7.8059684243652838E-2</c:v>
                </c:pt>
                <c:pt idx="573">
                  <c:v>-5.5264497480406072E-2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BA-4AC4-BF4B-0BECB2D2E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04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A"/>
                </a:solidFill>
                <a:latin typeface="Calibri"/>
              </a:defRPr>
            </a:pPr>
            <a:r>
              <a:rPr lang="es-CO" sz="1300" b="0" i="0" u="none" strike="noStrike">
                <a:solidFill>
                  <a:srgbClr val="10243A"/>
                </a:solidFill>
                <a:latin typeface="Calibri"/>
              </a:rPr>
              <a:t>Retorno diario promedio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A9B4BF"/>
            </a:solidFill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Financiero</c:v>
                </c:pt>
                <c:pt idx="1">
                  <c:v>Materiales</c:v>
                </c:pt>
                <c:pt idx="2">
                  <c:v>Energía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-1.5899999999999999E-4</c:v>
                </c:pt>
                <c:pt idx="1">
                  <c:v>-1.1150000000000001E-3</c:v>
                </c:pt>
                <c:pt idx="2">
                  <c:v>-5.5800000000000001E-4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E-4F49-BEC8-7A6A0C7CEE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0243A"/>
            </a:solidFill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Financiero</c:v>
                </c:pt>
                <c:pt idx="1">
                  <c:v>Materiales</c:v>
                </c:pt>
                <c:pt idx="2">
                  <c:v>Energía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1.1349999999999999E-3</c:v>
                </c:pt>
                <c:pt idx="1">
                  <c:v>3.3289999999999999E-3</c:v>
                </c:pt>
                <c:pt idx="2">
                  <c:v>4.8299999999999998E-4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6E-4F49-BEC8-7A6A0C7CEE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21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365760" cy="365760"/>
          </a:xfrm>
          <a:prstGeom prst="ellipse">
            <a:avLst/>
          </a:prstGeom>
          <a:solidFill>
            <a:srgbClr val="2B6CA3"/>
          </a:solidFill>
          <a:ln w="12700">
            <a:solidFill>
              <a:srgbClr val="2B6C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234440" y="822960"/>
            <a:ext cx="365760" cy="365760"/>
          </a:xfrm>
          <a:prstGeom prst="ellipse">
            <a:avLst/>
          </a:prstGeom>
          <a:solidFill>
            <a:srgbClr val="C9822B"/>
          </a:solidFill>
          <a:ln w="12700">
            <a:solidFill>
              <a:srgbClr val="C982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737360" y="822960"/>
            <a:ext cx="365760" cy="36576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Materiales, energía y financiero: ¿dónde invertir después del COVID?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para el fondo de inversión · Índices sectoriales 2015–2025 con datos de Bloomberg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Gabriela Rodríguez · Angélica María Díaz · Juan Esteban Plazas · Danna Sofía Romero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5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reglas de ponderación, dos lecturas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acciones por sector (bolsa de Canadá, 2015–2025): el peso por volumen concentra, el peso por precio reparte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37490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251960" y="1508760"/>
          <a:ext cx="37490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8046720" y="1508760"/>
          <a:ext cx="37490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5"/>
          <p:cNvSpPr txBox="1"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Lectura. </a:t>
            </a:r>
            <a:r>
              <a:rPr lang="en-US" sz="15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Energía, CNQ pesa 33,9 % por volumen y solo 5,0 % por precio. En Materiales, FNV pasa de 2,7 % a 32,7 % y LUN de 22,5 % a 2,4 %. La regla elegida cambia qué acciones mandan en cada índice.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acumulado: Materiales despega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base 100 = enero de 2015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75895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5544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 txBox="1"/>
          <p:nvPr/>
        </p:nvSpPr>
        <p:spPr>
          <a:xfrm>
            <a:off x="8503920" y="16459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6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10012680" y="16459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2,7 veces su valor inicial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21040" y="27889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 txBox="1"/>
          <p:nvPr/>
        </p:nvSpPr>
        <p:spPr>
          <a:xfrm>
            <a:off x="850392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001268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veces su valor inicial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21040" y="402336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 txBox="1"/>
          <p:nvPr/>
        </p:nvSpPr>
        <p:spPr>
          <a:xfrm>
            <a:off x="8503920" y="4114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E8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10012680" y="4114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veces su valor inicial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5303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final del índice al cierre de 2025.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a año: quién ganó y quién perdió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anual por índice, 2015–2025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75895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5544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 txBox="1"/>
          <p:nvPr/>
        </p:nvSpPr>
        <p:spPr>
          <a:xfrm>
            <a:off x="8503920" y="1645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2018: caen los tres
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 −13,2 %, Materiales −15,2 % y Energía −25,2 %.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21040" y="31089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850392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caminos opuestos
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sube 51,3 % mientras Energía cae 25,3 %.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321040" y="46634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 txBox="1"/>
          <p:nvPr/>
        </p:nvSpPr>
        <p:spPr>
          <a:xfrm>
            <a:off x="8503920" y="4754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años de Materiales
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+135,3 % en 2016 y +126,1 % en 2025.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Riesgo: 2020 fue extremo en los tres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móvil de 60 días y caída desde el máximo previo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5577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172200" y="1371600"/>
          <a:ext cx="5577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1536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/ riesgo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máxima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6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-41,4 %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-50,2 %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E8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Retornos diarios: pocos días, grandes sustos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de retornos diarios ponderados y valores atípicos (2.869 observaciones)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pic>
        <p:nvPicPr>
          <p:cNvPr id="6" name="Image 0" descr="/tmp/x/xl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566160" cy="2203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8404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 txBox="1"/>
          <p:nvPr/>
        </p:nvSpPr>
        <p:spPr>
          <a:xfrm>
            <a:off x="731520" y="3886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
</a:t>
            </a:r>
            <a:r>
              <a:rPr lang="en-US" sz="13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días atípicos (7,0 %)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−13,7 % · Máx. +15,4 %</a:t>
            </a:r>
            <a:endParaRPr lang="en-US" sz="1600" dirty="0"/>
          </a:p>
        </p:txBody>
      </p:sp>
      <p:pic>
        <p:nvPicPr>
          <p:cNvPr id="9" name="Image 1" descr="/tmp/x/xl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08760"/>
            <a:ext cx="3566160" cy="22037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80" y="38404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 txBox="1"/>
          <p:nvPr/>
        </p:nvSpPr>
        <p:spPr>
          <a:xfrm>
            <a:off x="4480560" y="3886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
</a:t>
            </a:r>
            <a:r>
              <a:rPr lang="en-US" sz="13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días atípicos (3,9 %)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−13,3 % · Máx. +19,1 %</a:t>
            </a:r>
            <a:endParaRPr lang="en-US" sz="1600" dirty="0"/>
          </a:p>
        </p:txBody>
      </p:sp>
      <p:pic>
        <p:nvPicPr>
          <p:cNvPr id="12" name="Image 2" descr="/tmp/x/xl/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508760"/>
            <a:ext cx="3566160" cy="22037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046720" y="38404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 txBox="1"/>
          <p:nvPr/>
        </p:nvSpPr>
        <p:spPr>
          <a:xfrm>
            <a:off x="8229600" y="3886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
</a:t>
            </a:r>
            <a:r>
              <a:rPr lang="en-US" sz="13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días atípicos (4,4 %)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−27,5 % · Máx. +16,3 %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índices se concentran cerca de cero, pero Energía tiene la peor cola: un día de −27,5 %, casi el doble de lo que sufrieron Financiero y Materiales.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 vs. 2025: ¿cambió el retorno promedio?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diario promedio con intervalo de confianza del 95 %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21208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95 % en 2015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95 % en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6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-0,13 % a 0,10 %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0,00 % a 0,22 %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-0,46 % a 0,24 %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0,09 % a 0,58 %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E8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-0,28 % a 0,17 %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-0,13 % a 0,23 %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365760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 txBox="1"/>
          <p:nvPr/>
        </p:nvSpPr>
        <p:spPr>
          <a:xfrm>
            <a:off x="6583680" y="3749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2025 los intervalos de Financiero y Materiales quedan por encima de cero; el de Energía incluye el cero. La desviación diaria de Materiales bajó de 2,88 % a 1,99 %.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Salvedad: la comparación usa solo dos años y no permite atribuir causalidad al COVID-19.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para el fondo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Taller 7: </a:t>
            </a:r>
            <a:r>
              <a:rPr lang="en-US" sz="100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finanzas y energía antes y después del COVID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2B6CA3"/>
          </a:solidFill>
          <a:ln w="12700">
            <a:solidFill>
              <a:srgbClr val="2B6C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14173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6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Financiero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anual 9,5 %, la menor volatilidad (17,6 %) y la menor caída máxima (−41 %). Funciona como posición base.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57200" cy="457200"/>
          </a:xfrm>
          <a:prstGeom prst="ellipse">
            <a:avLst/>
          </a:prstGeom>
          <a:solidFill>
            <a:srgbClr val="C9822B"/>
          </a:solidFill>
          <a:ln w="12700">
            <a:solidFill>
              <a:srgbClr val="C982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51663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9718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crecimiento (≈1.010) y mejor retorno por riesgo (0,69). Su IC de 2025 queda por encima de cero.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89154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u observar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Energía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718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retorno por riesgo (0,22), caída máxima de −75,6 % y un IC de 2025 que incluye el cero.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Cautelas. </a:t>
            </a:r>
            <a:r>
              <a:rPr lang="en-US" sz="15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dos años de comparación, pesos fijos, 10 acciones por sector, sin dividendos ni costos de transacción, e intervalos que suponen normalidad pese a las colas pesadas.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365760" cy="365760"/>
          </a:xfrm>
          <a:prstGeom prst="ellipse">
            <a:avLst/>
          </a:prstGeom>
          <a:solidFill>
            <a:srgbClr val="2B6CA3"/>
          </a:solidFill>
          <a:ln w="12700">
            <a:solidFill>
              <a:srgbClr val="2B6C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234440" y="822960"/>
            <a:ext cx="365760" cy="365760"/>
          </a:xfrm>
          <a:prstGeom prst="ellipse">
            <a:avLst/>
          </a:prstGeom>
          <a:solidFill>
            <a:srgbClr val="C9822B"/>
          </a:solidFill>
          <a:ln w="12700">
            <a:solidFill>
              <a:srgbClr val="C982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737360" y="822960"/>
            <a:ext cx="365760" cy="36576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2370286" y="2743200"/>
            <a:ext cx="7451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1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Economics | 5 de octubre de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808</Words>
  <Application>Microsoft Office PowerPoint</Application>
  <PresentationFormat>Panorámica</PresentationFormat>
  <Paragraphs>115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Danna Sofía Romero Ortiz</cp:lastModifiedBy>
  <cp:revision>3</cp:revision>
  <dcterms:created xsi:type="dcterms:W3CDTF">2026-10-06T03:46:18Z</dcterms:created>
  <dcterms:modified xsi:type="dcterms:W3CDTF">2026-10-06T04:11:11Z</dcterms:modified>
</cp:coreProperties>
</file>